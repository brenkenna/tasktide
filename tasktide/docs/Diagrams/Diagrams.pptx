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0" r:id="rId10"/>
    <p:sldId id="258" r:id="rId11"/>
  </p:sldIdLst>
  <p:sldSz cx="30240288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D2D8"/>
    <a:srgbClr val="400020"/>
    <a:srgbClr val="800020"/>
    <a:srgbClr val="984A5B"/>
    <a:srgbClr val="4E262F"/>
    <a:srgbClr val="B56576"/>
    <a:srgbClr val="A55163"/>
    <a:srgbClr val="522831"/>
    <a:srgbClr val="4A4A69"/>
    <a:srgbClr val="3B3B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>
        <p:scale>
          <a:sx n="30" d="100"/>
          <a:sy n="30" d="100"/>
        </p:scale>
        <p:origin x="950" y="5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iii). Containerized 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iii). Containerized 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ii). Task Binding Semantics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i). 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workflows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80036" y="2651323"/>
            <a:ext cx="22680216" cy="5640152"/>
          </a:xfrm>
        </p:spPr>
        <p:txBody>
          <a:bodyPr anchor="b"/>
          <a:lstStyle>
            <a:lvl1pPr algn="ctr">
              <a:defRPr sz="141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8508981"/>
            <a:ext cx="22680216" cy="3911355"/>
          </a:xfrm>
        </p:spPr>
        <p:txBody>
          <a:bodyPr/>
          <a:lstStyle>
            <a:lvl1pPr marL="0" indent="0" algn="ctr">
              <a:buNone/>
              <a:defRPr sz="5670"/>
            </a:lvl1pPr>
            <a:lvl2pPr marL="1080044" indent="0" algn="ctr">
              <a:buNone/>
              <a:defRPr sz="4725"/>
            </a:lvl2pPr>
            <a:lvl3pPr marL="2160087" indent="0" algn="ctr">
              <a:buNone/>
              <a:defRPr sz="4252"/>
            </a:lvl3pPr>
            <a:lvl4pPr marL="3240131" indent="0" algn="ctr">
              <a:buNone/>
              <a:defRPr sz="3780"/>
            </a:lvl4pPr>
            <a:lvl5pPr marL="4320174" indent="0" algn="ctr">
              <a:buNone/>
              <a:defRPr sz="3780"/>
            </a:lvl5pPr>
            <a:lvl6pPr marL="5400218" indent="0" algn="ctr">
              <a:buNone/>
              <a:defRPr sz="3780"/>
            </a:lvl6pPr>
            <a:lvl7pPr marL="6480261" indent="0" algn="ctr">
              <a:buNone/>
              <a:defRPr sz="3780"/>
            </a:lvl7pPr>
            <a:lvl8pPr marL="7560305" indent="0" algn="ctr">
              <a:buNone/>
              <a:defRPr sz="3780"/>
            </a:lvl8pPr>
            <a:lvl9pPr marL="8640348" indent="0" algn="ctr">
              <a:buNone/>
              <a:defRPr sz="37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26889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31120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0" y="4038862"/>
            <a:ext cx="26082248" cy="6738931"/>
          </a:xfrm>
        </p:spPr>
        <p:txBody>
          <a:bodyPr anchor="b"/>
          <a:lstStyle>
            <a:lvl1pPr>
              <a:defRPr sz="1417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0" y="10841545"/>
            <a:ext cx="26082248" cy="3543845"/>
          </a:xfrm>
        </p:spPr>
        <p:txBody>
          <a:bodyPr/>
          <a:lstStyle>
            <a:lvl1pPr marL="0" indent="0">
              <a:buNone/>
              <a:defRPr sz="5670">
                <a:solidFill>
                  <a:schemeClr val="tx1">
                    <a:tint val="82000"/>
                  </a:schemeClr>
                </a:solidFill>
              </a:defRPr>
            </a:lvl1pPr>
            <a:lvl2pPr marL="1080044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2pPr>
            <a:lvl3pPr marL="2160087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3pPr>
            <a:lvl4pPr marL="324013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4pPr>
            <a:lvl5pPr marL="4320174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5pPr>
            <a:lvl6pPr marL="5400218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6pPr>
            <a:lvl7pPr marL="6480261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7pPr>
            <a:lvl8pPr marL="7560305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8pPr>
            <a:lvl9pPr marL="8640348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07492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4312617"/>
            <a:ext cx="1285212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4312617"/>
            <a:ext cx="1285212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65584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862524"/>
            <a:ext cx="26082248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0" y="3971359"/>
            <a:ext cx="12793058" cy="1946301"/>
          </a:xfrm>
        </p:spPr>
        <p:txBody>
          <a:bodyPr anchor="b"/>
          <a:lstStyle>
            <a:lvl1pPr marL="0" indent="0">
              <a:buNone/>
              <a:defRPr sz="5670" b="1"/>
            </a:lvl1pPr>
            <a:lvl2pPr marL="1080044" indent="0">
              <a:buNone/>
              <a:defRPr sz="4725" b="1"/>
            </a:lvl2pPr>
            <a:lvl3pPr marL="2160087" indent="0">
              <a:buNone/>
              <a:defRPr sz="4252" b="1"/>
            </a:lvl3pPr>
            <a:lvl4pPr marL="3240131" indent="0">
              <a:buNone/>
              <a:defRPr sz="3780" b="1"/>
            </a:lvl4pPr>
            <a:lvl5pPr marL="4320174" indent="0">
              <a:buNone/>
              <a:defRPr sz="3780" b="1"/>
            </a:lvl5pPr>
            <a:lvl6pPr marL="5400218" indent="0">
              <a:buNone/>
              <a:defRPr sz="3780" b="1"/>
            </a:lvl6pPr>
            <a:lvl7pPr marL="6480261" indent="0">
              <a:buNone/>
              <a:defRPr sz="3780" b="1"/>
            </a:lvl7pPr>
            <a:lvl8pPr marL="7560305" indent="0">
              <a:buNone/>
              <a:defRPr sz="3780" b="1"/>
            </a:lvl8pPr>
            <a:lvl9pPr marL="8640348" indent="0">
              <a:buNone/>
              <a:defRPr sz="37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0" y="5917660"/>
            <a:ext cx="12793058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6" y="3971359"/>
            <a:ext cx="12856061" cy="1946301"/>
          </a:xfrm>
        </p:spPr>
        <p:txBody>
          <a:bodyPr anchor="b"/>
          <a:lstStyle>
            <a:lvl1pPr marL="0" indent="0">
              <a:buNone/>
              <a:defRPr sz="5670" b="1"/>
            </a:lvl1pPr>
            <a:lvl2pPr marL="1080044" indent="0">
              <a:buNone/>
              <a:defRPr sz="4725" b="1"/>
            </a:lvl2pPr>
            <a:lvl3pPr marL="2160087" indent="0">
              <a:buNone/>
              <a:defRPr sz="4252" b="1"/>
            </a:lvl3pPr>
            <a:lvl4pPr marL="3240131" indent="0">
              <a:buNone/>
              <a:defRPr sz="3780" b="1"/>
            </a:lvl4pPr>
            <a:lvl5pPr marL="4320174" indent="0">
              <a:buNone/>
              <a:defRPr sz="3780" b="1"/>
            </a:lvl5pPr>
            <a:lvl6pPr marL="5400218" indent="0">
              <a:buNone/>
              <a:defRPr sz="3780" b="1"/>
            </a:lvl6pPr>
            <a:lvl7pPr marL="6480261" indent="0">
              <a:buNone/>
              <a:defRPr sz="3780" b="1"/>
            </a:lvl7pPr>
            <a:lvl8pPr marL="7560305" indent="0">
              <a:buNone/>
              <a:defRPr sz="3780" b="1"/>
            </a:lvl8pPr>
            <a:lvl9pPr marL="8640348" indent="0">
              <a:buNone/>
              <a:defRPr sz="37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6" y="5917660"/>
            <a:ext cx="12856061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14479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36411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2746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60" y="1080029"/>
            <a:ext cx="9753279" cy="3780102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2332564"/>
            <a:ext cx="15309146" cy="11512811"/>
          </a:xfrm>
        </p:spPr>
        <p:txBody>
          <a:bodyPr/>
          <a:lstStyle>
            <a:lvl1pPr>
              <a:defRPr sz="7559"/>
            </a:lvl1pPr>
            <a:lvl2pPr>
              <a:defRPr sz="6614"/>
            </a:lvl2pPr>
            <a:lvl3pPr>
              <a:defRPr sz="5670"/>
            </a:lvl3pPr>
            <a:lvl4pPr>
              <a:defRPr sz="4725"/>
            </a:lvl4pPr>
            <a:lvl5pPr>
              <a:defRPr sz="4725"/>
            </a:lvl5pPr>
            <a:lvl6pPr>
              <a:defRPr sz="4725"/>
            </a:lvl6pPr>
            <a:lvl7pPr>
              <a:defRPr sz="4725"/>
            </a:lvl7pPr>
            <a:lvl8pPr>
              <a:defRPr sz="4725"/>
            </a:lvl8pPr>
            <a:lvl9pPr>
              <a:defRPr sz="47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60" y="4860131"/>
            <a:ext cx="9753279" cy="9003995"/>
          </a:xfrm>
        </p:spPr>
        <p:txBody>
          <a:bodyPr/>
          <a:lstStyle>
            <a:lvl1pPr marL="0" indent="0">
              <a:buNone/>
              <a:defRPr sz="3780"/>
            </a:lvl1pPr>
            <a:lvl2pPr marL="1080044" indent="0">
              <a:buNone/>
              <a:defRPr sz="3307"/>
            </a:lvl2pPr>
            <a:lvl3pPr marL="2160087" indent="0">
              <a:buNone/>
              <a:defRPr sz="2835"/>
            </a:lvl3pPr>
            <a:lvl4pPr marL="3240131" indent="0">
              <a:buNone/>
              <a:defRPr sz="2362"/>
            </a:lvl4pPr>
            <a:lvl5pPr marL="4320174" indent="0">
              <a:buNone/>
              <a:defRPr sz="2362"/>
            </a:lvl5pPr>
            <a:lvl6pPr marL="5400218" indent="0">
              <a:buNone/>
              <a:defRPr sz="2362"/>
            </a:lvl6pPr>
            <a:lvl7pPr marL="6480261" indent="0">
              <a:buNone/>
              <a:defRPr sz="2362"/>
            </a:lvl7pPr>
            <a:lvl8pPr marL="7560305" indent="0">
              <a:buNone/>
              <a:defRPr sz="2362"/>
            </a:lvl8pPr>
            <a:lvl9pPr marL="8640348" indent="0">
              <a:buNone/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62085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60" y="1080029"/>
            <a:ext cx="9753279" cy="3780102"/>
          </a:xfrm>
        </p:spPr>
        <p:txBody>
          <a:bodyPr anchor="b"/>
          <a:lstStyle>
            <a:lvl1pPr>
              <a:defRPr sz="755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2332564"/>
            <a:ext cx="15309146" cy="11512811"/>
          </a:xfrm>
        </p:spPr>
        <p:txBody>
          <a:bodyPr anchor="t"/>
          <a:lstStyle>
            <a:lvl1pPr marL="0" indent="0">
              <a:buNone/>
              <a:defRPr sz="7559"/>
            </a:lvl1pPr>
            <a:lvl2pPr marL="1080044" indent="0">
              <a:buNone/>
              <a:defRPr sz="6614"/>
            </a:lvl2pPr>
            <a:lvl3pPr marL="2160087" indent="0">
              <a:buNone/>
              <a:defRPr sz="5670"/>
            </a:lvl3pPr>
            <a:lvl4pPr marL="3240131" indent="0">
              <a:buNone/>
              <a:defRPr sz="4725"/>
            </a:lvl4pPr>
            <a:lvl5pPr marL="4320174" indent="0">
              <a:buNone/>
              <a:defRPr sz="4725"/>
            </a:lvl5pPr>
            <a:lvl6pPr marL="5400218" indent="0">
              <a:buNone/>
              <a:defRPr sz="4725"/>
            </a:lvl6pPr>
            <a:lvl7pPr marL="6480261" indent="0">
              <a:buNone/>
              <a:defRPr sz="4725"/>
            </a:lvl7pPr>
            <a:lvl8pPr marL="7560305" indent="0">
              <a:buNone/>
              <a:defRPr sz="4725"/>
            </a:lvl8pPr>
            <a:lvl9pPr marL="8640348" indent="0">
              <a:buNone/>
              <a:defRPr sz="47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60" y="4860131"/>
            <a:ext cx="9753279" cy="9003995"/>
          </a:xfrm>
        </p:spPr>
        <p:txBody>
          <a:bodyPr/>
          <a:lstStyle>
            <a:lvl1pPr marL="0" indent="0">
              <a:buNone/>
              <a:defRPr sz="3780"/>
            </a:lvl1pPr>
            <a:lvl2pPr marL="1080044" indent="0">
              <a:buNone/>
              <a:defRPr sz="3307"/>
            </a:lvl2pPr>
            <a:lvl3pPr marL="2160087" indent="0">
              <a:buNone/>
              <a:defRPr sz="2835"/>
            </a:lvl3pPr>
            <a:lvl4pPr marL="3240131" indent="0">
              <a:buNone/>
              <a:defRPr sz="2362"/>
            </a:lvl4pPr>
            <a:lvl5pPr marL="4320174" indent="0">
              <a:buNone/>
              <a:defRPr sz="2362"/>
            </a:lvl5pPr>
            <a:lvl6pPr marL="5400218" indent="0">
              <a:buNone/>
              <a:defRPr sz="2362"/>
            </a:lvl6pPr>
            <a:lvl7pPr marL="6480261" indent="0">
              <a:buNone/>
              <a:defRPr sz="2362"/>
            </a:lvl7pPr>
            <a:lvl8pPr marL="7560305" indent="0">
              <a:buNone/>
              <a:defRPr sz="2362"/>
            </a:lvl8pPr>
            <a:lvl9pPr marL="8640348" indent="0">
              <a:buNone/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91661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71210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6" y="862524"/>
            <a:ext cx="6520562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0" y="862524"/>
            <a:ext cx="19183683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22365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862524"/>
            <a:ext cx="26082248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4312617"/>
            <a:ext cx="26082248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15015407"/>
            <a:ext cx="6804065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20/11/2025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15015407"/>
            <a:ext cx="10206097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15015407"/>
            <a:ext cx="6804065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8879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2160087" rtl="0" eaLnBrk="1" latinLnBrk="0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0022" indent="-540022" algn="l" defTabSz="2160087" rtl="0" eaLnBrk="1" latinLnBrk="0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20065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70" kern="1200">
          <a:solidFill>
            <a:schemeClr val="tx1"/>
          </a:solidFill>
          <a:latin typeface="+mn-lt"/>
          <a:ea typeface="+mn-ea"/>
          <a:cs typeface="+mn-cs"/>
        </a:defRPr>
      </a:lvl2pPr>
      <a:lvl3pPr marL="2700109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3pPr>
      <a:lvl4pPr marL="3780152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60196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40240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20283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100327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80370" indent="-540022" algn="l" defTabSz="2160087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80044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60087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40131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20174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400218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80261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60305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40348" algn="l" defTabSz="2160087" rtl="0" eaLnBrk="1" latinLnBrk="0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2132" y="1313313"/>
            <a:ext cx="19380200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8233094" y="7593261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8222933" y="11403261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8233094" y="3691820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0662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952" y="6145321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63915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1018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4665" y="11067707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85840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91501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033" y="825421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8172133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8202614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8233093" y="10586721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38221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5387581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5397740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5509500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82994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12795659" y="3248054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6377204" y="10890064"/>
            <a:ext cx="6156256" cy="4800795"/>
            <a:chOff x="225113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225113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12039255" y="2580459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7646323" y="10816938"/>
            <a:ext cx="6156256" cy="4881483"/>
            <a:chOff x="11591831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591831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7816675" y="11312831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9719230" y="7430272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9898712" y="7635549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9451298" y="8582309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10099241" y="900523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6913599" y="7598222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7059215" y="851978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7173351" y="7542244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6379015" y="9061958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9902603" y="14122198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2733" y="533401"/>
            <a:ext cx="17189847" cy="1665633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978692" y="3406574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13586368" y="6626843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419877"/>
              </p:ext>
            </p:extLst>
          </p:nvPr>
        </p:nvGraphicFramePr>
        <p:xfrm>
          <a:off x="124849" y="1863059"/>
          <a:ext cx="29988439" cy="12157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897062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Purpose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7073" y="75134"/>
            <a:ext cx="6537343" cy="5813137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F285AACC-9EB5-63E5-DE3D-1984E3D2EA53}"/>
              </a:ext>
            </a:extLst>
          </p:cNvPr>
          <p:cNvGrpSpPr/>
          <p:nvPr/>
        </p:nvGrpSpPr>
        <p:grpSpPr>
          <a:xfrm>
            <a:off x="6253710" y="3173631"/>
            <a:ext cx="17669120" cy="12166530"/>
            <a:chOff x="133892" y="2759406"/>
            <a:chExt cx="17669120" cy="12166530"/>
          </a:xfrm>
        </p:grpSpPr>
        <p:pic>
          <p:nvPicPr>
            <p:cNvPr id="25" name="Picture 24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ABB203D0-3D97-1EDE-DC6D-B67CAA1D37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30" y="11817662"/>
              <a:ext cx="5116008" cy="3108274"/>
            </a:xfrm>
            <a:prstGeom prst="rect">
              <a:avLst/>
            </a:prstGeom>
          </p:spPr>
        </p:pic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3853559" y="2759406"/>
              <a:ext cx="5147728" cy="979113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156998" y="4666373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7115966" y="4676460"/>
              <a:ext cx="3612936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3579677" y="6387837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3579677" y="8049794"/>
              <a:ext cx="5328306" cy="9158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133892" y="10280385"/>
              <a:ext cx="5116008" cy="98431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0361467" y="10976251"/>
              <a:ext cx="5346042" cy="98418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5635002" y="966171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1185297" y="12607237"/>
              <a:ext cx="4323882" cy="2162882"/>
              <a:chOff x="8508170" y="11395622"/>
              <a:chExt cx="3773483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08170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47570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85965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765098"/>
              <a:ext cx="0" cy="83501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7631694" y="9002584"/>
              <a:ext cx="0" cy="624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2862574" y="12003743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1539544" y="4648271"/>
              <a:ext cx="3964360" cy="1089170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8932653" y="8603919"/>
              <a:ext cx="53753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9470189" y="8061628"/>
              <a:ext cx="3964369" cy="94441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4534290" y="6963896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4532171" y="8169009"/>
              <a:ext cx="3268722" cy="89162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4519301" y="9359788"/>
              <a:ext cx="3268722" cy="934469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766950"/>
              <a:ext cx="0" cy="83316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44863"/>
              <a:ext cx="0" cy="59243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747725"/>
              <a:ext cx="0" cy="60534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467039"/>
              <a:ext cx="0" cy="59527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669" y="5222783"/>
              <a:ext cx="74596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3518693" y="8622576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76946" y="7648584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509760" y="8655978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5" y="9004215"/>
              <a:ext cx="194" cy="126175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8907983" y="8905416"/>
              <a:ext cx="3759332" cy="200486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7616145" y="10553592"/>
              <a:ext cx="0" cy="91213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1788FC1-D1D9-FCA0-8AA7-E335A3FB44E0}"/>
                </a:ext>
              </a:extLst>
            </p:cNvPr>
            <p:cNvGrpSpPr/>
            <p:nvPr/>
          </p:nvGrpSpPr>
          <p:grpSpPr>
            <a:xfrm>
              <a:off x="5930016" y="11455567"/>
              <a:ext cx="3317123" cy="2907635"/>
              <a:chOff x="5892693" y="12674487"/>
              <a:chExt cx="3317123" cy="2907635"/>
            </a:xfrm>
          </p:grpSpPr>
          <p:pic>
            <p:nvPicPr>
              <p:cNvPr id="4" name="Picture 3" descr="A blue circle with white text and a dolphin&#10;&#10;AI-generated content may be incorrect.">
                <a:extLst>
                  <a:ext uri="{FF2B5EF4-FFF2-40B4-BE49-F238E27FC236}">
                    <a16:creationId xmlns:a16="http://schemas.microsoft.com/office/drawing/2014/main" id="{4317112C-5E93-13F6-DEEF-8EAA6FDD0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92693" y="12674487"/>
                <a:ext cx="1409700" cy="1409700"/>
              </a:xfrm>
              <a:prstGeom prst="rect">
                <a:avLst/>
              </a:prstGeom>
            </p:spPr>
          </p:pic>
          <p:pic>
            <p:nvPicPr>
              <p:cNvPr id="15" name="Picture 14" descr="A logo for a company&#10;&#10;AI-generated content may be incorrect.">
                <a:extLst>
                  <a:ext uri="{FF2B5EF4-FFF2-40B4-BE49-F238E27FC236}">
                    <a16:creationId xmlns:a16="http://schemas.microsoft.com/office/drawing/2014/main" id="{B03A0ABC-098B-C812-3DA4-0300D71075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17572" y="14381372"/>
                <a:ext cx="1590182" cy="1200750"/>
              </a:xfrm>
              <a:prstGeom prst="rect">
                <a:avLst/>
              </a:prstGeom>
            </p:spPr>
          </p:pic>
          <p:pic>
            <p:nvPicPr>
              <p:cNvPr id="19" name="Picture 18" descr="A blue elephant logo with white text&#10;&#10;AI-generated content may be incorrect.">
                <a:extLst>
                  <a:ext uri="{FF2B5EF4-FFF2-40B4-BE49-F238E27FC236}">
                    <a16:creationId xmlns:a16="http://schemas.microsoft.com/office/drawing/2014/main" id="{33994AF6-0DEF-2EBD-E76A-01617A7F5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58622" y="12732993"/>
                <a:ext cx="1351194" cy="1351194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2499300" y="11304508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3052942"/>
              </p:ext>
            </p:extLst>
          </p:nvPr>
        </p:nvGraphicFramePr>
        <p:xfrm>
          <a:off x="2954252" y="3993740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11625080" y="2830284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4546470" y="812806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            	b)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A5DF-C147-1B7B-022B-925131DB8FA0}"/>
              </a:ext>
            </a:extLst>
          </p:cNvPr>
          <p:cNvGrpSpPr/>
          <p:nvPr/>
        </p:nvGrpSpPr>
        <p:grpSpPr>
          <a:xfrm>
            <a:off x="12985070" y="1402083"/>
            <a:ext cx="12115789" cy="13985556"/>
            <a:chOff x="7489828" y="1402082"/>
            <a:chExt cx="12115789" cy="13985556"/>
          </a:xfrm>
        </p:grpSpPr>
        <p:sp>
          <p:nvSpPr>
            <p:cNvPr id="6" name="Cylinder 5">
              <a:extLst>
                <a:ext uri="{FF2B5EF4-FFF2-40B4-BE49-F238E27FC236}">
                  <a16:creationId xmlns:a16="http://schemas.microsoft.com/office/drawing/2014/main" id="{A947FBCF-D905-0831-86F1-AD448E1C4D75}"/>
                </a:ext>
              </a:extLst>
            </p:cNvPr>
            <p:cNvSpPr/>
            <p:nvPr/>
          </p:nvSpPr>
          <p:spPr>
            <a:xfrm>
              <a:off x="12259953" y="1402082"/>
              <a:ext cx="2153905" cy="2022695"/>
            </a:xfrm>
            <a:prstGeom prst="can">
              <a:avLst/>
            </a:prstGeom>
            <a:ln w="38100">
              <a:solidFill>
                <a:schemeClr val="tx1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TaskTide</a:t>
              </a:r>
            </a:p>
            <a:p>
              <a:pPr algn="ctr"/>
              <a:r>
                <a:rPr lang="en-IE" sz="2800" b="1" dirty="0"/>
                <a:t>Repository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3CEBE93-DE8F-36D6-D818-053F81620ED2}"/>
                </a:ext>
              </a:extLst>
            </p:cNvPr>
            <p:cNvSpPr/>
            <p:nvPr/>
          </p:nvSpPr>
          <p:spPr>
            <a:xfrm>
              <a:off x="7489828" y="4606002"/>
              <a:ext cx="12115789" cy="10781636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13119DE-8929-C472-8586-3BF55CA1FBAD}"/>
                </a:ext>
              </a:extLst>
            </p:cNvPr>
            <p:cNvCxnSpPr>
              <a:cxnSpLocks/>
            </p:cNvCxnSpPr>
            <p:nvPr/>
          </p:nvCxnSpPr>
          <p:spPr>
            <a:xfrm>
              <a:off x="13180410" y="3558775"/>
              <a:ext cx="0" cy="968362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80AF89-8AE7-83F1-4A98-E375BFCB6C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468986" y="3500121"/>
              <a:ext cx="1" cy="954107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D762018-D3F6-7019-E52D-DF61061EB125}"/>
                </a:ext>
              </a:extLst>
            </p:cNvPr>
            <p:cNvCxnSpPr/>
            <p:nvPr/>
          </p:nvCxnSpPr>
          <p:spPr>
            <a:xfrm>
              <a:off x="9787411" y="7889090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E6D65AD-E43D-3543-0704-6A46F703DC9E}"/>
                </a:ext>
              </a:extLst>
            </p:cNvPr>
            <p:cNvCxnSpPr/>
            <p:nvPr/>
          </p:nvCxnSpPr>
          <p:spPr>
            <a:xfrm>
              <a:off x="9812811" y="11170383"/>
              <a:ext cx="0" cy="1036320"/>
            </a:xfrm>
            <a:prstGeom prst="straightConnector1">
              <a:avLst/>
            </a:prstGeom>
            <a:ln w="76200">
              <a:solidFill>
                <a:schemeClr val="accent5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9D4E3FF-3CD6-FEDB-3705-A60718BE9CD1}"/>
                </a:ext>
              </a:extLst>
            </p:cNvPr>
            <p:cNvSpPr/>
            <p:nvPr/>
          </p:nvSpPr>
          <p:spPr>
            <a:xfrm>
              <a:off x="8256421" y="583692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Receives      Tasks</a:t>
              </a:r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8DCAD642-DF61-F4FE-C83B-F5BF13F3DB36}"/>
                </a:ext>
              </a:extLst>
            </p:cNvPr>
            <p:cNvSpPr/>
            <p:nvPr/>
          </p:nvSpPr>
          <p:spPr>
            <a:xfrm>
              <a:off x="8266582" y="905764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Processor distributes over threads</a:t>
              </a: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77A340E3-8AD4-6C9B-AF8B-868695C80E00}"/>
                </a:ext>
              </a:extLst>
            </p:cNvPr>
            <p:cNvSpPr/>
            <p:nvPr/>
          </p:nvSpPr>
          <p:spPr>
            <a:xfrm>
              <a:off x="8266582" y="12319000"/>
              <a:ext cx="3152458" cy="1852676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Executor spawns OS process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E31B009-805C-03C3-6EF6-2F23BD1282E0}"/>
                </a:ext>
              </a:extLst>
            </p:cNvPr>
            <p:cNvSpPr txBox="1"/>
            <p:nvPr/>
          </p:nvSpPr>
          <p:spPr>
            <a:xfrm>
              <a:off x="9201996" y="4155461"/>
              <a:ext cx="2960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Engine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A83F73D-D09F-B45C-DA3C-EF859F32AFF6}"/>
                </a:ext>
              </a:extLst>
            </p:cNvPr>
            <p:cNvSpPr txBox="1"/>
            <p:nvPr/>
          </p:nvSpPr>
          <p:spPr>
            <a:xfrm>
              <a:off x="13563477" y="3766479"/>
              <a:ext cx="25462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dirty="0">
                  <a:solidFill>
                    <a:schemeClr val="accent5">
                      <a:lumMod val="75000"/>
                    </a:schemeClr>
                  </a:solidFill>
                </a:rPr>
                <a:t>Task Updates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5A324E4-797D-C81C-D94D-9A1161D8568F}"/>
                </a:ext>
              </a:extLst>
            </p:cNvPr>
            <p:cNvSpPr/>
            <p:nvPr/>
          </p:nvSpPr>
          <p:spPr>
            <a:xfrm>
              <a:off x="13768393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Event Subscription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2060813-E48E-35FE-9699-20F5CFE266C0}"/>
                </a:ext>
              </a:extLst>
            </p:cNvPr>
            <p:cNvSpPr/>
            <p:nvPr/>
          </p:nvSpPr>
          <p:spPr>
            <a:xfrm>
              <a:off x="16652882" y="8367208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Commit Task Updates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414C8E5-F857-D9DC-2E6E-E2A94A962D91}"/>
                </a:ext>
              </a:extLst>
            </p:cNvPr>
            <p:cNvSpPr/>
            <p:nvPr/>
          </p:nvSpPr>
          <p:spPr>
            <a:xfrm>
              <a:off x="15256598" y="10040385"/>
              <a:ext cx="2543966" cy="1222090"/>
            </a:xfrm>
            <a:prstGeom prst="roundRect">
              <a:avLst/>
            </a:prstGeom>
            <a:gradFill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</a:gradFill>
            <a:ln w="381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2800" b="1" dirty="0"/>
                <a:t>Process Registry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C1FD7A45-07A6-2A0A-0A15-386687226289}"/>
                </a:ext>
              </a:extLst>
            </p:cNvPr>
            <p:cNvSpPr/>
            <p:nvPr/>
          </p:nvSpPr>
          <p:spPr>
            <a:xfrm>
              <a:off x="13545185" y="7963918"/>
              <a:ext cx="5872474" cy="3643883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DCD5EB-E56D-7692-3FCD-FB91F1955FC4}"/>
                </a:ext>
              </a:extLst>
            </p:cNvPr>
            <p:cNvSpPr txBox="1"/>
            <p:nvPr/>
          </p:nvSpPr>
          <p:spPr>
            <a:xfrm>
              <a:off x="14424026" y="7528430"/>
              <a:ext cx="45211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Observer Chain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2314848-3CAF-6E78-7D60-BEA85E354477}"/>
                </a:ext>
              </a:extLst>
            </p:cNvPr>
            <p:cNvSpPr/>
            <p:nvPr/>
          </p:nvSpPr>
          <p:spPr>
            <a:xfrm>
              <a:off x="7912704" y="5562600"/>
              <a:ext cx="3835958" cy="9042400"/>
            </a:xfrm>
            <a:prstGeom prst="round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9C2CD7-F3A6-A2A4-D43D-69A67E73918A}"/>
                </a:ext>
              </a:extLst>
            </p:cNvPr>
            <p:cNvSpPr txBox="1"/>
            <p:nvPr/>
          </p:nvSpPr>
          <p:spPr>
            <a:xfrm>
              <a:off x="8737718" y="14622217"/>
              <a:ext cx="33600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800" b="1" i="1" dirty="0"/>
                <a:t>TaskTide Processor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B90DD8D-EC71-89A9-DA38-FE6DCDD8BE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775691" y="9735585"/>
              <a:ext cx="1693295" cy="0"/>
            </a:xfrm>
            <a:prstGeom prst="straightConnector1">
              <a:avLst/>
            </a:prstGeom>
            <a:ln w="762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5D47F-B164-01B3-7D34-6665223CAF89}"/>
                </a:ext>
              </a:extLst>
            </p:cNvPr>
            <p:cNvSpPr txBox="1"/>
            <p:nvPr/>
          </p:nvSpPr>
          <p:spPr>
            <a:xfrm>
              <a:off x="12008864" y="9338995"/>
              <a:ext cx="14952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2400" b="1" dirty="0">
                  <a:solidFill>
                    <a:schemeClr val="accent5">
                      <a:lumMod val="75000"/>
                    </a:schemeClr>
                  </a:solidFill>
                </a:rPr>
                <a:t>Validates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257224"/>
              </p:ext>
            </p:extLst>
          </p:nvPr>
        </p:nvGraphicFramePr>
        <p:xfrm>
          <a:off x="2929732" y="2808518"/>
          <a:ext cx="24993600" cy="11457037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4379221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4833164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5783775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4998720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1687282">
                <a:tc gridSpan="5">
                  <a:txBody>
                    <a:bodyPr/>
                    <a:lstStyle/>
                    <a:p>
                      <a:pPr algn="ctr"/>
                      <a:r>
                        <a:rPr lang="en-IE" sz="66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1505925"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8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272920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3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398182">
                <a:tc rowSpan="2">
                  <a:txBody>
                    <a:bodyPr/>
                    <a:lstStyle/>
                    <a:p>
                      <a:pPr algn="ctr"/>
                      <a:r>
                        <a:rPr lang="en-IE" sz="46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398182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132" y="628853"/>
            <a:ext cx="20523200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155442"/>
              </p:ext>
            </p:extLst>
          </p:nvPr>
        </p:nvGraphicFramePr>
        <p:xfrm>
          <a:off x="6732355" y="2748605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533" y="736919"/>
            <a:ext cx="19521399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    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6404293" y="396240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6404293" y="1124712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12449493" y="395224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12449493" y="1123696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8515013" y="396240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8515013" y="1124712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8395653" y="7926253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14420534" y="7937356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20526694" y="792625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77461" y="29463"/>
            <a:ext cx="5368986" cy="47742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2559AEC-E5C8-6D5D-F208-A00EF8296838}"/>
              </a:ext>
            </a:extLst>
          </p:cNvPr>
          <p:cNvGrpSpPr/>
          <p:nvPr/>
        </p:nvGrpSpPr>
        <p:grpSpPr>
          <a:xfrm>
            <a:off x="6405849" y="3165275"/>
            <a:ext cx="17369977" cy="11751267"/>
            <a:chOff x="286030" y="2947559"/>
            <a:chExt cx="17369977" cy="1175126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A0D5D681-EC19-52DB-E992-0E57F0AEFD3A}"/>
                </a:ext>
              </a:extLst>
            </p:cNvPr>
            <p:cNvSpPr/>
            <p:nvPr/>
          </p:nvSpPr>
          <p:spPr>
            <a:xfrm>
              <a:off x="3853559" y="2947559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C9B222C9-BBBA-0888-EF26-AA904B46F6C6}"/>
                </a:ext>
              </a:extLst>
            </p:cNvPr>
            <p:cNvSpPr/>
            <p:nvPr/>
          </p:nvSpPr>
          <p:spPr>
            <a:xfrm>
              <a:off x="1156998" y="4722080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0088A710-20B0-2142-B5AA-A176FCC79125}"/>
                </a:ext>
              </a:extLst>
            </p:cNvPr>
            <p:cNvSpPr/>
            <p:nvPr/>
          </p:nvSpPr>
          <p:spPr>
            <a:xfrm>
              <a:off x="7274334" y="4732167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C175F32A-56DF-9F7C-9A94-1E7802433A90}"/>
                </a:ext>
              </a:extLst>
            </p:cNvPr>
            <p:cNvSpPr/>
            <p:nvPr/>
          </p:nvSpPr>
          <p:spPr>
            <a:xfrm>
              <a:off x="3579677" y="6443544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BB1892BD-1701-A0BD-82BF-2DE970D0462F}"/>
                </a:ext>
              </a:extLst>
            </p:cNvPr>
            <p:cNvSpPr/>
            <p:nvPr/>
          </p:nvSpPr>
          <p:spPr>
            <a:xfrm>
              <a:off x="3760249" y="8174651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96FC22DE-6644-4604-5F43-438B9F4B6E59}"/>
                </a:ext>
              </a:extLst>
            </p:cNvPr>
            <p:cNvSpPr/>
            <p:nvPr/>
          </p:nvSpPr>
          <p:spPr>
            <a:xfrm>
              <a:off x="286030" y="11070896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D8992BE9-744B-1CD2-6A96-DB2DD3646F8C}"/>
                </a:ext>
              </a:extLst>
            </p:cNvPr>
            <p:cNvSpPr/>
            <p:nvPr/>
          </p:nvSpPr>
          <p:spPr>
            <a:xfrm>
              <a:off x="9595925" y="11031958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8CC51A4A-40B6-E63F-1196-E1FC3D71AF33}"/>
                </a:ext>
              </a:extLst>
            </p:cNvPr>
            <p:cNvSpPr/>
            <p:nvPr/>
          </p:nvSpPr>
          <p:spPr>
            <a:xfrm>
              <a:off x="5446221" y="1040788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pic>
          <p:nvPicPr>
            <p:cNvPr id="16" name="Picture 15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E1FE6B74-6CAE-A5DB-C447-6DF730DC7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5575" y="12691507"/>
              <a:ext cx="2990162" cy="1880368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4A8C982-B01F-7D8D-B23D-07252774B370}"/>
                </a:ext>
              </a:extLst>
            </p:cNvPr>
            <p:cNvGrpSpPr/>
            <p:nvPr/>
          </p:nvGrpSpPr>
          <p:grpSpPr>
            <a:xfrm>
              <a:off x="10419762" y="12535944"/>
              <a:ext cx="4323877" cy="2162882"/>
              <a:chOff x="7840081" y="11304872"/>
              <a:chExt cx="3773478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D166C88F-651A-24E5-32CC-193FBA75BD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0081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51A207A8-6E9F-F4A9-834A-7B02AE075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79476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9F910E2-88BD-CE09-B520-B2E23EE50AB1}"/>
                  </a:ext>
                </a:extLst>
              </p:cNvPr>
              <p:cNvCxnSpPr/>
              <p:nvPr/>
            </p:nvCxnSpPr>
            <p:spPr>
              <a:xfrm flipH="1">
                <a:off x="8817871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3D0CB47-95C9-9287-B513-23AE7CF501B2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805565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503602-132C-5126-AC48-8B5C00F51FA5}"/>
                </a:ext>
              </a:extLst>
            </p:cNvPr>
            <p:cNvCxnSpPr>
              <a:cxnSpLocks/>
            </p:cNvCxnSpPr>
            <p:nvPr/>
          </p:nvCxnSpPr>
          <p:spPr>
            <a:xfrm>
              <a:off x="7371381" y="9031982"/>
              <a:ext cx="0" cy="131058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7D1C97E-F6A7-6691-F346-63827B0E733B}"/>
                </a:ext>
              </a:extLst>
            </p:cNvPr>
            <p:cNvCxnSpPr>
              <a:cxnSpLocks/>
            </p:cNvCxnSpPr>
            <p:nvPr/>
          </p:nvCxnSpPr>
          <p:spPr>
            <a:xfrm>
              <a:off x="2891186" y="11923170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027E634-66C4-03B1-4E47-DE591C9A779D}"/>
                </a:ext>
              </a:extLst>
            </p:cNvPr>
            <p:cNvCxnSpPr>
              <a:cxnSpLocks/>
            </p:cNvCxnSpPr>
            <p:nvPr/>
          </p:nvCxnSpPr>
          <p:spPr>
            <a:xfrm>
              <a:off x="12097033" y="11917562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48609721-8B1B-69B1-984D-5BB20FDBBDEE}"/>
                </a:ext>
              </a:extLst>
            </p:cNvPr>
            <p:cNvSpPr/>
            <p:nvPr/>
          </p:nvSpPr>
          <p:spPr>
            <a:xfrm>
              <a:off x="11503719" y="4865338"/>
              <a:ext cx="3904789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291F7EB-C9AA-46EE-6925-A606E5C1166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212164" y="8400611"/>
              <a:ext cx="0" cy="51803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8B86FAB3-9839-C40F-481E-72C28CB9B5B7}"/>
                </a:ext>
              </a:extLst>
            </p:cNvPr>
            <p:cNvSpPr/>
            <p:nvPr/>
          </p:nvSpPr>
          <p:spPr>
            <a:xfrm>
              <a:off x="9508504" y="8200927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93C3476F-BECE-5A31-EBB9-99B1E6D1940C}"/>
                </a:ext>
              </a:extLst>
            </p:cNvPr>
            <p:cNvSpPr/>
            <p:nvPr/>
          </p:nvSpPr>
          <p:spPr>
            <a:xfrm>
              <a:off x="14534290" y="715981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6D5BD79C-6023-5DD8-A46C-0D202E17ADC3}"/>
                </a:ext>
              </a:extLst>
            </p:cNvPr>
            <p:cNvSpPr/>
            <p:nvPr/>
          </p:nvSpPr>
          <p:spPr>
            <a:xfrm>
              <a:off x="14532171" y="825062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B0AF4BAB-8A23-C95C-6BC3-FB64F87E4C32}"/>
                </a:ext>
              </a:extLst>
            </p:cNvPr>
            <p:cNvSpPr/>
            <p:nvPr/>
          </p:nvSpPr>
          <p:spPr>
            <a:xfrm>
              <a:off x="14519301" y="932024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4076E49-55B1-A2B0-BEFA-D6A05A2329E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822657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B5D0FB4-8766-54ED-E1E9-22B3DD32B981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62646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EBCAA57-D7A6-1D1B-285B-726ADA57EB72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80308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F58DA43-F38B-0B4A-C3B4-BB4B0A4E9E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52003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F4A330A-7534-79EC-F357-B91BEED4D649}"/>
                </a:ext>
              </a:extLst>
            </p:cNvPr>
            <p:cNvCxnSpPr>
              <a:cxnSpLocks/>
            </p:cNvCxnSpPr>
            <p:nvPr/>
          </p:nvCxnSpPr>
          <p:spPr>
            <a:xfrm>
              <a:off x="10758389" y="5306500"/>
              <a:ext cx="63647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5DEC262-1AE3-204D-EB04-7473F4578BE5}"/>
                </a:ext>
              </a:extLst>
            </p:cNvPr>
            <p:cNvCxnSpPr>
              <a:cxnSpLocks/>
            </p:cNvCxnSpPr>
            <p:nvPr/>
          </p:nvCxnSpPr>
          <p:spPr>
            <a:xfrm>
              <a:off x="13492023" y="8678283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2FD0A3-1DCF-0EEE-3198-2E002B0C1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2176" y="7719531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BBF4229-DE4C-521E-83D4-B150C124791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711685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C0456FA-F655-8574-5ED7-E37812288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6" y="9031982"/>
              <a:ext cx="194" cy="197360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D1BE198-26FE-5274-F102-FE3EBDC0655C}"/>
                </a:ext>
              </a:extLst>
            </p:cNvPr>
            <p:cNvCxnSpPr>
              <a:cxnSpLocks/>
            </p:cNvCxnSpPr>
            <p:nvPr/>
          </p:nvCxnSpPr>
          <p:spPr>
            <a:xfrm>
              <a:off x="8886407" y="8999546"/>
              <a:ext cx="3261614" cy="201064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D7FEEE1-2571-A927-F403-D3F4FACDFA4F}"/>
                </a:ext>
              </a:extLst>
            </p:cNvPr>
            <p:cNvCxnSpPr>
              <a:cxnSpLocks/>
            </p:cNvCxnSpPr>
            <p:nvPr/>
          </p:nvCxnSpPr>
          <p:spPr>
            <a:xfrm>
              <a:off x="7390042" y="11268425"/>
              <a:ext cx="0" cy="109360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06C3043E-52E1-11EF-906B-59D487C07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7175" y="12547234"/>
              <a:ext cx="2876550" cy="1590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2029</TotalTime>
  <Words>429</Words>
  <Application>Microsoft Office PowerPoint</Application>
  <PresentationFormat>Custom</PresentationFormat>
  <Paragraphs>147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Mapping of TaskTide Components     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210</cp:revision>
  <dcterms:created xsi:type="dcterms:W3CDTF">2025-07-22T15:08:42Z</dcterms:created>
  <dcterms:modified xsi:type="dcterms:W3CDTF">2025-11-20T11:43:10Z</dcterms:modified>
</cp:coreProperties>
</file>