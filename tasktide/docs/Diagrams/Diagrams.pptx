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63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12/02/2026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7900" y="928256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5689601" y="7520075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12011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183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30306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Group 170">
            <a:extLst>
              <a:ext uri="{FF2B5EF4-FFF2-40B4-BE49-F238E27FC236}">
                <a16:creationId xmlns:a16="http://schemas.microsoft.com/office/drawing/2014/main" id="{9A6AE425-9872-F1C6-EAAB-C9ED727953A3}"/>
              </a:ext>
            </a:extLst>
          </p:cNvPr>
          <p:cNvGrpSpPr/>
          <p:nvPr/>
        </p:nvGrpSpPr>
        <p:grpSpPr>
          <a:xfrm>
            <a:off x="457200" y="362011"/>
            <a:ext cx="29664648" cy="19134346"/>
            <a:chOff x="457200" y="362011"/>
            <a:chExt cx="29664648" cy="19134346"/>
          </a:xfrm>
        </p:grpSpPr>
        <p:pic>
          <p:nvPicPr>
            <p:cNvPr id="119" name="Picture 118" descr="A logo with waves and text&#10;&#10;AI-generated content may be incorrect.">
              <a:extLst>
                <a:ext uri="{FF2B5EF4-FFF2-40B4-BE49-F238E27FC236}">
                  <a16:creationId xmlns:a16="http://schemas.microsoft.com/office/drawing/2014/main" id="{667751E9-C6D0-556D-339F-45AF8CED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59501" y="362011"/>
              <a:ext cx="10949586" cy="9736592"/>
            </a:xfrm>
            <a:prstGeom prst="rect">
              <a:avLst/>
            </a:prstGeom>
          </p:spPr>
        </p:pic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9381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6896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8681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6081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6081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4572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7271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70841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7195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4894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7400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1970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10566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7042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8047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8021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7866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3657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4212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8135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2467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5812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09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5268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93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9761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4707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3067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1841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9623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1867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1841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1686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129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9317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9560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3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030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45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41987" y="15084021"/>
              <a:ext cx="1813772" cy="18092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4953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Receives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Processor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424026" y="7528430"/>
                <a:ext cx="452119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Processor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627178"/>
              </p:ext>
            </p:extLst>
          </p:nvPr>
        </p:nvGraphicFramePr>
        <p:xfrm>
          <a:off x="152400" y="2057400"/>
          <a:ext cx="29935487" cy="193167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30099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-289708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8"/>
              <a:ext cx="7710947" cy="499728"/>
              <a:chOff x="914400" y="4442816"/>
              <a:chExt cx="9048750" cy="624453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65187"/>
                <a:chOff x="914400" y="4442816"/>
                <a:chExt cx="9048750" cy="665187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54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245921"/>
            <a:ext cx="27203400" cy="59149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23622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1" y="362011"/>
            <a:ext cx="10949586" cy="9736592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B03D69C6-5AB3-8C83-953D-9F38BECE9452}"/>
              </a:ext>
            </a:extLst>
          </p:cNvPr>
          <p:cNvGrpSpPr/>
          <p:nvPr/>
        </p:nvGrpSpPr>
        <p:grpSpPr>
          <a:xfrm>
            <a:off x="457200" y="3674793"/>
            <a:ext cx="29664648" cy="15504268"/>
            <a:chOff x="457200" y="3674793"/>
            <a:chExt cx="29664648" cy="15504268"/>
          </a:xfrm>
        </p:grpSpPr>
        <p:sp>
          <p:nvSpPr>
            <p:cNvPr id="67" name="Flowchart: Alternate Process 6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49381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69" name="Flowchart: Alternate Process 68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6896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70" name="Flowchart: Alternate Process 69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88681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71" name="Flowchart: Alternate Process 70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46081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72" name="Flowchart: Alternate Process 71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46081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4572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74" name="Flowchart: Alternate Process 73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27271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70841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37195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10" name="Picture 109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11" name="Picture 110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94894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57400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80" name="Flowchart: Alternate Process 79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41970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110566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82" name="Flowchart: Alternate Process 81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117042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83" name="Flowchart: Alternate Process 82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78047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84" name="Flowchart: Alternate Process 83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78021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85" name="Flowchart: Alternate Process 84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77866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103657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12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78135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32467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65812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09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5268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93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109761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94707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33067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2782CEDF-48E0-DC6D-4FDE-A93D25E4CB66}"/>
                </a:ext>
              </a:extLst>
            </p:cNvPr>
            <p:cNvCxnSpPr>
              <a:cxnSpLocks/>
            </p:cNvCxnSpPr>
            <p:nvPr/>
          </p:nvCxnSpPr>
          <p:spPr>
            <a:xfrm>
              <a:off x="191841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00" name="Flowchart: Alternate Process 99">
              <a:extLst>
                <a:ext uri="{FF2B5EF4-FFF2-40B4-BE49-F238E27FC236}">
                  <a16:creationId xmlns:a16="http://schemas.microsoft.com/office/drawing/2014/main" id="{379E5716-44F9-217D-7057-25472C17C9CB}"/>
                </a:ext>
              </a:extLst>
            </p:cNvPr>
            <p:cNvSpPr/>
            <p:nvPr/>
          </p:nvSpPr>
          <p:spPr>
            <a:xfrm>
              <a:off x="199623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01" name="Flowchart: Alternate Process 100">
              <a:extLst>
                <a:ext uri="{FF2B5EF4-FFF2-40B4-BE49-F238E27FC236}">
                  <a16:creationId xmlns:a16="http://schemas.microsoft.com/office/drawing/2014/main" id="{3FC73BDB-F6A4-9715-6012-AB532D7F75A2}"/>
                </a:ext>
              </a:extLst>
            </p:cNvPr>
            <p:cNvSpPr/>
            <p:nvPr/>
          </p:nvSpPr>
          <p:spPr>
            <a:xfrm>
              <a:off x="261867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02" name="Flowchart: Alternate Process 101">
              <a:extLst>
                <a:ext uri="{FF2B5EF4-FFF2-40B4-BE49-F238E27FC236}">
                  <a16:creationId xmlns:a16="http://schemas.microsoft.com/office/drawing/2014/main" id="{D29C3517-468F-9D6D-C10E-7C6B81F1385A}"/>
                </a:ext>
              </a:extLst>
            </p:cNvPr>
            <p:cNvSpPr/>
            <p:nvPr/>
          </p:nvSpPr>
          <p:spPr>
            <a:xfrm>
              <a:off x="261841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03" name="Flowchart: Alternate Process 102">
              <a:extLst>
                <a:ext uri="{FF2B5EF4-FFF2-40B4-BE49-F238E27FC236}">
                  <a16:creationId xmlns:a16="http://schemas.microsoft.com/office/drawing/2014/main" id="{29563104-C295-F9B5-0754-757E84BF7BA5}"/>
                </a:ext>
              </a:extLst>
            </p:cNvPr>
            <p:cNvSpPr/>
            <p:nvPr/>
          </p:nvSpPr>
          <p:spPr>
            <a:xfrm>
              <a:off x="261686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1C367444-4EAB-AF64-AD89-C048A3291A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129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E4093E88-63DC-8284-7DB4-514FFD260FD4}"/>
                </a:ext>
              </a:extLst>
            </p:cNvPr>
            <p:cNvCxnSpPr>
              <a:cxnSpLocks/>
            </p:cNvCxnSpPr>
            <p:nvPr/>
          </p:nvCxnSpPr>
          <p:spPr>
            <a:xfrm>
              <a:off x="249317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6449A0EC-92C6-A8EA-A811-7DCBAF93A55A}"/>
                </a:ext>
              </a:extLst>
            </p:cNvPr>
            <p:cNvCxnSpPr>
              <a:cxnSpLocks/>
            </p:cNvCxnSpPr>
            <p:nvPr/>
          </p:nvCxnSpPr>
          <p:spPr>
            <a:xfrm>
              <a:off x="249560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577" y="155291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664" y="15060535"/>
            <a:ext cx="5019858" cy="277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3723</TotalTime>
  <Words>634</Words>
  <Application>Microsoft Office PowerPoint</Application>
  <PresentationFormat>Custom</PresentationFormat>
  <Paragraphs>199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283</cp:revision>
  <dcterms:created xsi:type="dcterms:W3CDTF">2025-07-22T15:08:42Z</dcterms:created>
  <dcterms:modified xsi:type="dcterms:W3CDTF">2026-02-12T13:33:00Z</dcterms:modified>
</cp:coreProperties>
</file>