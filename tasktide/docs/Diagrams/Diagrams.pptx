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18000663" cy="16200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5706" autoAdjust="0"/>
  </p:normalViewPr>
  <p:slideViewPr>
    <p:cSldViewPr snapToGrid="0">
      <p:cViewPr varScale="1">
        <p:scale>
          <a:sx n="41" d="100"/>
          <a:sy n="41" d="100"/>
        </p:scale>
        <p:origin x="149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651323"/>
            <a:ext cx="15300564" cy="5640152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8508981"/>
            <a:ext cx="13500497" cy="3911355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2662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160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038864"/>
            <a:ext cx="15525572" cy="6738931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0841548"/>
            <a:ext cx="15525572" cy="3543845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374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312617"/>
            <a:ext cx="7650282" cy="10279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312617"/>
            <a:ext cx="7650282" cy="10279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108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862527"/>
            <a:ext cx="15525572" cy="31313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3971359"/>
            <a:ext cx="7615123" cy="194630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5917660"/>
            <a:ext cx="7615123" cy="8703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3971359"/>
            <a:ext cx="7652626" cy="194630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5917660"/>
            <a:ext cx="7652626" cy="8703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061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373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36066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080029"/>
            <a:ext cx="5805682" cy="3780102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332567"/>
            <a:ext cx="9112836" cy="11512811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860131"/>
            <a:ext cx="5805682" cy="900399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723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080029"/>
            <a:ext cx="5805682" cy="3780102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332567"/>
            <a:ext cx="9112836" cy="11512811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860131"/>
            <a:ext cx="5805682" cy="900399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51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29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862524"/>
            <a:ext cx="3881393" cy="137291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862524"/>
            <a:ext cx="11419171" cy="137291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254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862527"/>
            <a:ext cx="15525572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312617"/>
            <a:ext cx="15525572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5015410"/>
            <a:ext cx="405014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0705B-4870-4470-A32F-307AEE1697AB}" type="datetimeFigureOut">
              <a:rPr lang="en-IE" smtClean="0"/>
              <a:t>22/07/2025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5015410"/>
            <a:ext cx="6075224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5015410"/>
            <a:ext cx="405014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267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waves and text&#10;&#10;AI-generated content may be incorrect.">
            <a:extLst>
              <a:ext uri="{FF2B5EF4-FFF2-40B4-BE49-F238E27FC236}">
                <a16:creationId xmlns:a16="http://schemas.microsoft.com/office/drawing/2014/main" id="{B7C66763-4707-DC3A-EEC9-C73E278DD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306" y="94762"/>
            <a:ext cx="5368986" cy="4774210"/>
          </a:xfrm>
          <a:prstGeom prst="rect">
            <a:avLst/>
          </a:prstGeom>
        </p:spPr>
      </p:pic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6D46A4F6-A6E6-EEDD-9DAA-C85003898CD6}"/>
              </a:ext>
            </a:extLst>
          </p:cNvPr>
          <p:cNvSpPr/>
          <p:nvPr/>
        </p:nvSpPr>
        <p:spPr>
          <a:xfrm>
            <a:off x="3853559" y="4166755"/>
            <a:ext cx="5147728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b="1" dirty="0" err="1"/>
              <a:t>TaskTide</a:t>
            </a:r>
            <a:r>
              <a:rPr lang="en-IE" sz="3600" b="1" dirty="0"/>
              <a:t> Client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483EFC43-8D08-EDDA-C48D-B19EF8145547}"/>
              </a:ext>
            </a:extLst>
          </p:cNvPr>
          <p:cNvSpPr/>
          <p:nvPr/>
        </p:nvSpPr>
        <p:spPr>
          <a:xfrm>
            <a:off x="1156997" y="5941276"/>
            <a:ext cx="3806883" cy="104049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ManagerClient</a:t>
            </a:r>
            <a:endParaRPr lang="en-IE" sz="3600" b="1" dirty="0"/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BF743EF5-BB08-F701-6DF6-8EA8AAB63398}"/>
              </a:ext>
            </a:extLst>
          </p:cNvPr>
          <p:cNvSpPr/>
          <p:nvPr/>
        </p:nvSpPr>
        <p:spPr>
          <a:xfrm>
            <a:off x="7274333" y="5951364"/>
            <a:ext cx="3454567" cy="103468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EngineClient</a:t>
            </a:r>
            <a:endParaRPr lang="en-IE" sz="4000" b="1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60E3390-6BDF-75B0-676A-C81444615F2C}"/>
              </a:ext>
            </a:extLst>
          </p:cNvPr>
          <p:cNvSpPr/>
          <p:nvPr/>
        </p:nvSpPr>
        <p:spPr>
          <a:xfrm>
            <a:off x="3579676" y="7662740"/>
            <a:ext cx="5421603" cy="104049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TaskTideService</a:t>
            </a:r>
            <a:endParaRPr lang="en-IE" sz="4000" b="1" dirty="0"/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761A1A9A-FBA2-221A-ED5A-8397CBBF7091}"/>
              </a:ext>
            </a:extLst>
          </p:cNvPr>
          <p:cNvSpPr/>
          <p:nvPr/>
        </p:nvSpPr>
        <p:spPr>
          <a:xfrm>
            <a:off x="3760249" y="9393847"/>
            <a:ext cx="5147734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TaskTideRepository</a:t>
            </a:r>
            <a:endParaRPr lang="en-IE" sz="4000" b="1" dirty="0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CF3679C-A42B-BB1A-89A6-3779A8CAC4B0}"/>
              </a:ext>
            </a:extLst>
          </p:cNvPr>
          <p:cNvSpPr/>
          <p:nvPr/>
        </p:nvSpPr>
        <p:spPr>
          <a:xfrm>
            <a:off x="286029" y="12290092"/>
            <a:ext cx="4964451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TemplateRepository</a:t>
            </a:r>
            <a:endParaRPr lang="en-IE" sz="3200" b="1" dirty="0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A9DF68DD-9327-AAF2-6D6A-40C7FF82282B}"/>
              </a:ext>
            </a:extLst>
          </p:cNvPr>
          <p:cNvSpPr/>
          <p:nvPr/>
        </p:nvSpPr>
        <p:spPr>
          <a:xfrm>
            <a:off x="9595925" y="12251154"/>
            <a:ext cx="5147731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ItemStoreRepository</a:t>
            </a:r>
            <a:endParaRPr lang="en-IE" sz="4000" b="1" dirty="0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70F9B6C0-7A11-5126-A2F9-62210095E61E}"/>
              </a:ext>
            </a:extLst>
          </p:cNvPr>
          <p:cNvSpPr/>
          <p:nvPr/>
        </p:nvSpPr>
        <p:spPr>
          <a:xfrm>
            <a:off x="5464881" y="10936617"/>
            <a:ext cx="4010563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JsonRepository</a:t>
            </a:r>
            <a:endParaRPr lang="en-IE" sz="4000" b="1" dirty="0"/>
          </a:p>
        </p:txBody>
      </p:sp>
      <p:pic>
        <p:nvPicPr>
          <p:cNvPr id="16" name="Picture 15" descr="A logo of a white tooth with a red ball and bow and arrow&#10;&#10;AI-generated content may be incorrect.">
            <a:extLst>
              <a:ext uri="{FF2B5EF4-FFF2-40B4-BE49-F238E27FC236}">
                <a16:creationId xmlns:a16="http://schemas.microsoft.com/office/drawing/2014/main" id="{72C5EF99-8CDD-6E29-4BC5-E2E54A6F0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575" y="13910704"/>
            <a:ext cx="2990162" cy="1880368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CA40A20D-07AA-3C29-B525-8F054EB395CE}"/>
              </a:ext>
            </a:extLst>
          </p:cNvPr>
          <p:cNvGrpSpPr/>
          <p:nvPr/>
        </p:nvGrpSpPr>
        <p:grpSpPr>
          <a:xfrm>
            <a:off x="10419761" y="13755141"/>
            <a:ext cx="4323877" cy="2162882"/>
            <a:chOff x="7840081" y="11304872"/>
            <a:chExt cx="3773478" cy="1545522"/>
          </a:xfrm>
        </p:grpSpPr>
        <p:pic>
          <p:nvPicPr>
            <p:cNvPr id="18" name="Picture 17" descr="A logo with a feather&#10;&#10;AI-generated content may be incorrect.">
              <a:extLst>
                <a:ext uri="{FF2B5EF4-FFF2-40B4-BE49-F238E27FC236}">
                  <a16:creationId xmlns:a16="http://schemas.microsoft.com/office/drawing/2014/main" id="{A0EBE8F0-852C-9D44-C282-192E01930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0081" y="11304872"/>
              <a:ext cx="1552575" cy="733425"/>
            </a:xfrm>
            <a:prstGeom prst="rect">
              <a:avLst/>
            </a:prstGeom>
          </p:spPr>
        </p:pic>
        <p:pic>
          <p:nvPicPr>
            <p:cNvPr id="22" name="Picture 21" descr="A yellow leopard jumping in a folder&#10;&#10;AI-generated content may be incorrect.">
              <a:extLst>
                <a:ext uri="{FF2B5EF4-FFF2-40B4-BE49-F238E27FC236}">
                  <a16:creationId xmlns:a16="http://schemas.microsoft.com/office/drawing/2014/main" id="{E6A01908-3616-64D6-439C-842D10A4F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9476" y="11933352"/>
              <a:ext cx="1834083" cy="917042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161502-6450-2C74-3220-821B827C17C8}"/>
                </a:ext>
              </a:extLst>
            </p:cNvPr>
            <p:cNvCxnSpPr/>
            <p:nvPr/>
          </p:nvCxnSpPr>
          <p:spPr>
            <a:xfrm flipH="1">
              <a:off x="8817871" y="11325318"/>
              <a:ext cx="1765738" cy="152507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954414-47EC-2512-D52F-172903F25B80}"/>
              </a:ext>
            </a:extLst>
          </p:cNvPr>
          <p:cNvCxnSpPr>
            <a:cxnSpLocks/>
          </p:cNvCxnSpPr>
          <p:nvPr/>
        </p:nvCxnSpPr>
        <p:spPr>
          <a:xfrm>
            <a:off x="4277935" y="5024762"/>
            <a:ext cx="0" cy="90951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7E84AA-4EFD-742C-FCF6-2A230C4ECCBB}"/>
              </a:ext>
            </a:extLst>
          </p:cNvPr>
          <p:cNvCxnSpPr>
            <a:cxnSpLocks/>
          </p:cNvCxnSpPr>
          <p:nvPr/>
        </p:nvCxnSpPr>
        <p:spPr>
          <a:xfrm>
            <a:off x="7461574" y="10340987"/>
            <a:ext cx="0" cy="55114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9DC3E09-C608-48EF-34B8-A8C2CC14E4C6}"/>
              </a:ext>
            </a:extLst>
          </p:cNvPr>
          <p:cNvCxnSpPr>
            <a:cxnSpLocks/>
          </p:cNvCxnSpPr>
          <p:nvPr/>
        </p:nvCxnSpPr>
        <p:spPr>
          <a:xfrm>
            <a:off x="2891186" y="13207680"/>
            <a:ext cx="0" cy="5502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19E524B-4AAF-85A1-2D4B-FCC8F7BBC7CD}"/>
              </a:ext>
            </a:extLst>
          </p:cNvPr>
          <p:cNvCxnSpPr>
            <a:cxnSpLocks/>
          </p:cNvCxnSpPr>
          <p:nvPr/>
        </p:nvCxnSpPr>
        <p:spPr>
          <a:xfrm>
            <a:off x="12097033" y="13136759"/>
            <a:ext cx="0" cy="5502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8E134E11-C649-29A8-88F0-663EA7E359EC}"/>
              </a:ext>
            </a:extLst>
          </p:cNvPr>
          <p:cNvSpPr/>
          <p:nvPr/>
        </p:nvSpPr>
        <p:spPr>
          <a:xfrm>
            <a:off x="9470064" y="7774941"/>
            <a:ext cx="3904789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TaskTideEngine</a:t>
            </a:r>
            <a:endParaRPr lang="en-IE" sz="40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D7A76D2-A199-24BC-3649-24E384805F0D}"/>
              </a:ext>
            </a:extLst>
          </p:cNvPr>
          <p:cNvCxnSpPr>
            <a:cxnSpLocks/>
          </p:cNvCxnSpPr>
          <p:nvPr/>
        </p:nvCxnSpPr>
        <p:spPr>
          <a:xfrm rot="16200000">
            <a:off x="9212164" y="9619807"/>
            <a:ext cx="0" cy="5180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B8214C4E-DB36-C2ED-34D2-EDA3242C2D92}"/>
              </a:ext>
            </a:extLst>
          </p:cNvPr>
          <p:cNvSpPr/>
          <p:nvPr/>
        </p:nvSpPr>
        <p:spPr>
          <a:xfrm>
            <a:off x="9508503" y="9420124"/>
            <a:ext cx="3904789" cy="860826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TaskTideModel</a:t>
            </a:r>
            <a:endParaRPr lang="en-IE" sz="4000" b="1" dirty="0"/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8AB1BA33-846B-71CB-C4E6-E037EFA3C024}"/>
              </a:ext>
            </a:extLst>
          </p:cNvPr>
          <p:cNvSpPr/>
          <p:nvPr/>
        </p:nvSpPr>
        <p:spPr>
          <a:xfrm>
            <a:off x="14534289" y="8379011"/>
            <a:ext cx="3121717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b="1" dirty="0"/>
              <a:t>Workflow</a:t>
            </a:r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id="{5C067697-A9CE-7092-38B5-DE6CF63938F7}"/>
              </a:ext>
            </a:extLst>
          </p:cNvPr>
          <p:cNvSpPr/>
          <p:nvPr/>
        </p:nvSpPr>
        <p:spPr>
          <a:xfrm>
            <a:off x="14532171" y="9469824"/>
            <a:ext cx="3121717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b="1" dirty="0"/>
              <a:t>Step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CBAA4AFC-3354-A870-0D27-6D1FA8EB9501}"/>
              </a:ext>
            </a:extLst>
          </p:cNvPr>
          <p:cNvSpPr/>
          <p:nvPr/>
        </p:nvSpPr>
        <p:spPr>
          <a:xfrm>
            <a:off x="14519301" y="10539441"/>
            <a:ext cx="3121717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b="1" dirty="0" err="1"/>
              <a:t>WorkItem</a:t>
            </a:r>
            <a:endParaRPr lang="en-IE" sz="3200" b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DCEE48F-962D-A3C4-8DC4-E8DDC6842978}"/>
              </a:ext>
            </a:extLst>
          </p:cNvPr>
          <p:cNvCxnSpPr>
            <a:cxnSpLocks/>
          </p:cNvCxnSpPr>
          <p:nvPr/>
        </p:nvCxnSpPr>
        <p:spPr>
          <a:xfrm>
            <a:off x="8359074" y="5041854"/>
            <a:ext cx="0" cy="90951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11605E-2E77-4721-BB6A-D96BCA1BBA30}"/>
              </a:ext>
            </a:extLst>
          </p:cNvPr>
          <p:cNvCxnSpPr>
            <a:cxnSpLocks/>
          </p:cNvCxnSpPr>
          <p:nvPr/>
        </p:nvCxnSpPr>
        <p:spPr>
          <a:xfrm>
            <a:off x="4277935" y="6981843"/>
            <a:ext cx="0" cy="6622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69DBF85-D0D1-E9E2-C786-B27C86649C59}"/>
              </a:ext>
            </a:extLst>
          </p:cNvPr>
          <p:cNvCxnSpPr>
            <a:cxnSpLocks/>
          </p:cNvCxnSpPr>
          <p:nvPr/>
        </p:nvCxnSpPr>
        <p:spPr>
          <a:xfrm>
            <a:off x="8405177" y="7022277"/>
            <a:ext cx="0" cy="6622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FB149C-0D70-4CAD-66D8-E7D9869E7E35}"/>
              </a:ext>
            </a:extLst>
          </p:cNvPr>
          <p:cNvCxnSpPr>
            <a:cxnSpLocks/>
          </p:cNvCxnSpPr>
          <p:nvPr/>
        </p:nvCxnSpPr>
        <p:spPr>
          <a:xfrm>
            <a:off x="6240474" y="8739227"/>
            <a:ext cx="0" cy="6622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8585F70-3D6B-A57D-56B6-98A008D06323}"/>
              </a:ext>
            </a:extLst>
          </p:cNvPr>
          <p:cNvCxnSpPr>
            <a:cxnSpLocks/>
          </p:cNvCxnSpPr>
          <p:nvPr/>
        </p:nvCxnSpPr>
        <p:spPr>
          <a:xfrm rot="16200000">
            <a:off x="9245002" y="7957089"/>
            <a:ext cx="0" cy="5180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5D7C695-DFC6-67D0-DD12-31F6A0348BA4}"/>
              </a:ext>
            </a:extLst>
          </p:cNvPr>
          <p:cNvCxnSpPr>
            <a:cxnSpLocks/>
          </p:cNvCxnSpPr>
          <p:nvPr/>
        </p:nvCxnSpPr>
        <p:spPr>
          <a:xfrm>
            <a:off x="13492023" y="9897480"/>
            <a:ext cx="1064600" cy="1433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5F967A5-B59E-7B7D-5E64-512341FD7AD1}"/>
              </a:ext>
            </a:extLst>
          </p:cNvPr>
          <p:cNvCxnSpPr>
            <a:cxnSpLocks/>
          </p:cNvCxnSpPr>
          <p:nvPr/>
        </p:nvCxnSpPr>
        <p:spPr>
          <a:xfrm flipV="1">
            <a:off x="13412175" y="8938727"/>
            <a:ext cx="1012951" cy="9841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5069E0D-C152-2D33-9149-D8FB64B0BEE0}"/>
              </a:ext>
            </a:extLst>
          </p:cNvPr>
          <p:cNvCxnSpPr>
            <a:cxnSpLocks/>
          </p:cNvCxnSpPr>
          <p:nvPr/>
        </p:nvCxnSpPr>
        <p:spPr>
          <a:xfrm rot="5400000" flipV="1">
            <a:off x="13452609" y="9930881"/>
            <a:ext cx="1012951" cy="9841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D83134F-275B-B0ED-A2DA-C0BE6509A268}"/>
              </a:ext>
            </a:extLst>
          </p:cNvPr>
          <p:cNvCxnSpPr>
            <a:cxnSpLocks/>
          </p:cNvCxnSpPr>
          <p:nvPr/>
        </p:nvCxnSpPr>
        <p:spPr>
          <a:xfrm flipH="1">
            <a:off x="4277935" y="10316491"/>
            <a:ext cx="194" cy="197360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10645D-7449-3CAF-2FB2-5789C07DA1BC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908177" y="10240514"/>
            <a:ext cx="3261614" cy="201064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22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D351-2735-588B-CCA6-6FF65C1F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waves and text&#10;&#10;AI-generated content may be incorrect.">
            <a:extLst>
              <a:ext uri="{FF2B5EF4-FFF2-40B4-BE49-F238E27FC236}">
                <a16:creationId xmlns:a16="http://schemas.microsoft.com/office/drawing/2014/main" id="{12395F4A-78A8-D6CB-304A-EB36D8A9B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306" y="94762"/>
            <a:ext cx="5368986" cy="4774210"/>
          </a:xfrm>
          <a:prstGeom prst="rect">
            <a:avLst/>
          </a:prstGeom>
        </p:spPr>
      </p:pic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B47A01C-BF92-D4F9-C299-E602B9AD03E5}"/>
              </a:ext>
            </a:extLst>
          </p:cNvPr>
          <p:cNvSpPr/>
          <p:nvPr/>
        </p:nvSpPr>
        <p:spPr>
          <a:xfrm>
            <a:off x="3853559" y="4166755"/>
            <a:ext cx="5147728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b="1" dirty="0" err="1"/>
              <a:t>TaskTide</a:t>
            </a:r>
            <a:r>
              <a:rPr lang="en-IE" sz="3600" b="1" dirty="0"/>
              <a:t> Client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2EEBE0F-A807-0799-5D59-157F53E32BD6}"/>
              </a:ext>
            </a:extLst>
          </p:cNvPr>
          <p:cNvSpPr/>
          <p:nvPr/>
        </p:nvSpPr>
        <p:spPr>
          <a:xfrm>
            <a:off x="1156997" y="5941276"/>
            <a:ext cx="3806883" cy="104049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ManagerClient</a:t>
            </a:r>
            <a:endParaRPr lang="en-IE" sz="3600" b="1" dirty="0"/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B4820E0C-3405-50C3-1C16-2F2AA705ECE4}"/>
              </a:ext>
            </a:extLst>
          </p:cNvPr>
          <p:cNvSpPr/>
          <p:nvPr/>
        </p:nvSpPr>
        <p:spPr>
          <a:xfrm>
            <a:off x="7274333" y="5951364"/>
            <a:ext cx="3454567" cy="103468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EngineClient</a:t>
            </a:r>
            <a:endParaRPr lang="en-IE" sz="4000" b="1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A18672E-7942-2C87-5620-816D141300DA}"/>
              </a:ext>
            </a:extLst>
          </p:cNvPr>
          <p:cNvSpPr/>
          <p:nvPr/>
        </p:nvSpPr>
        <p:spPr>
          <a:xfrm>
            <a:off x="3579676" y="7662740"/>
            <a:ext cx="5421603" cy="104049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TaskTideService</a:t>
            </a:r>
            <a:endParaRPr lang="en-IE" sz="4000" b="1" dirty="0"/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6A749E47-C7F2-2C26-8AE2-3BD7AB0E2FCB}"/>
              </a:ext>
            </a:extLst>
          </p:cNvPr>
          <p:cNvSpPr/>
          <p:nvPr/>
        </p:nvSpPr>
        <p:spPr>
          <a:xfrm>
            <a:off x="3760249" y="9393847"/>
            <a:ext cx="5147734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TaskTideRepository</a:t>
            </a:r>
            <a:endParaRPr lang="en-IE" sz="4000" b="1" dirty="0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484628C-60EB-833B-3510-56C6DA551157}"/>
              </a:ext>
            </a:extLst>
          </p:cNvPr>
          <p:cNvSpPr/>
          <p:nvPr/>
        </p:nvSpPr>
        <p:spPr>
          <a:xfrm>
            <a:off x="286029" y="12290092"/>
            <a:ext cx="4964451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TemplateRepository</a:t>
            </a:r>
            <a:endParaRPr lang="en-IE" sz="3200" b="1" dirty="0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953F2972-17F0-FFBE-BB57-A29D4B21C7A7}"/>
              </a:ext>
            </a:extLst>
          </p:cNvPr>
          <p:cNvSpPr/>
          <p:nvPr/>
        </p:nvSpPr>
        <p:spPr>
          <a:xfrm>
            <a:off x="6255569" y="12251154"/>
            <a:ext cx="5147731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ItemStoreRepository</a:t>
            </a:r>
            <a:endParaRPr lang="en-IE" sz="4000" b="1" dirty="0"/>
          </a:p>
        </p:txBody>
      </p:sp>
      <p:pic>
        <p:nvPicPr>
          <p:cNvPr id="16" name="Picture 15" descr="A logo of a white tooth with a red ball and bow and arrow&#10;&#10;AI-generated content may be incorrect.">
            <a:extLst>
              <a:ext uri="{FF2B5EF4-FFF2-40B4-BE49-F238E27FC236}">
                <a16:creationId xmlns:a16="http://schemas.microsoft.com/office/drawing/2014/main" id="{F0A5A4E5-D593-C99E-F3B1-89E7F595C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575" y="13910704"/>
            <a:ext cx="2990162" cy="1880368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EDECA585-FC44-CF3D-B332-D88F38FA87C7}"/>
              </a:ext>
            </a:extLst>
          </p:cNvPr>
          <p:cNvGrpSpPr/>
          <p:nvPr/>
        </p:nvGrpSpPr>
        <p:grpSpPr>
          <a:xfrm>
            <a:off x="7079405" y="13755141"/>
            <a:ext cx="4323877" cy="2162882"/>
            <a:chOff x="7840081" y="11304872"/>
            <a:chExt cx="3773478" cy="1545522"/>
          </a:xfrm>
        </p:grpSpPr>
        <p:pic>
          <p:nvPicPr>
            <p:cNvPr id="18" name="Picture 17" descr="A logo with a feather&#10;&#10;AI-generated content may be incorrect.">
              <a:extLst>
                <a:ext uri="{FF2B5EF4-FFF2-40B4-BE49-F238E27FC236}">
                  <a16:creationId xmlns:a16="http://schemas.microsoft.com/office/drawing/2014/main" id="{73ED8BD2-8114-BB94-52B3-978B91654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0081" y="11304872"/>
              <a:ext cx="1552575" cy="733425"/>
            </a:xfrm>
            <a:prstGeom prst="rect">
              <a:avLst/>
            </a:prstGeom>
          </p:spPr>
        </p:pic>
        <p:pic>
          <p:nvPicPr>
            <p:cNvPr id="22" name="Picture 21" descr="A yellow leopard jumping in a folder&#10;&#10;AI-generated content may be incorrect.">
              <a:extLst>
                <a:ext uri="{FF2B5EF4-FFF2-40B4-BE49-F238E27FC236}">
                  <a16:creationId xmlns:a16="http://schemas.microsoft.com/office/drawing/2014/main" id="{D4C9690A-CB0E-09F0-5BD8-E903A2782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9476" y="11933352"/>
              <a:ext cx="1834083" cy="917042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6193B5F-2AF9-BED2-D349-7E195FE8D8DD}"/>
                </a:ext>
              </a:extLst>
            </p:cNvPr>
            <p:cNvCxnSpPr/>
            <p:nvPr/>
          </p:nvCxnSpPr>
          <p:spPr>
            <a:xfrm flipH="1">
              <a:off x="8817871" y="11325318"/>
              <a:ext cx="1765738" cy="152507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8DB21AB-F4F5-877A-E1B9-B0F290C0A171}"/>
              </a:ext>
            </a:extLst>
          </p:cNvPr>
          <p:cNvCxnSpPr>
            <a:cxnSpLocks/>
          </p:cNvCxnSpPr>
          <p:nvPr/>
        </p:nvCxnSpPr>
        <p:spPr>
          <a:xfrm>
            <a:off x="4277935" y="5024762"/>
            <a:ext cx="0" cy="90951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2C6B56B-1F4A-30C9-6D05-F7B4E638C2C3}"/>
              </a:ext>
            </a:extLst>
          </p:cNvPr>
          <p:cNvCxnSpPr>
            <a:cxnSpLocks/>
          </p:cNvCxnSpPr>
          <p:nvPr/>
        </p:nvCxnSpPr>
        <p:spPr>
          <a:xfrm>
            <a:off x="2891186" y="13207680"/>
            <a:ext cx="0" cy="5502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E60A84B-ECCC-0F1F-2BB5-663DAF91A082}"/>
              </a:ext>
            </a:extLst>
          </p:cNvPr>
          <p:cNvCxnSpPr>
            <a:cxnSpLocks/>
          </p:cNvCxnSpPr>
          <p:nvPr/>
        </p:nvCxnSpPr>
        <p:spPr>
          <a:xfrm>
            <a:off x="8756677" y="13136759"/>
            <a:ext cx="0" cy="55021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D4D88B36-1BE4-5E8B-8CB3-06513938DBB4}"/>
              </a:ext>
            </a:extLst>
          </p:cNvPr>
          <p:cNvSpPr/>
          <p:nvPr/>
        </p:nvSpPr>
        <p:spPr>
          <a:xfrm>
            <a:off x="9470064" y="7774941"/>
            <a:ext cx="3904789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TaskTideEngine</a:t>
            </a:r>
            <a:endParaRPr lang="en-IE" sz="40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5F6A7A-DECF-2F48-A76E-E8D42AB8587A}"/>
              </a:ext>
            </a:extLst>
          </p:cNvPr>
          <p:cNvCxnSpPr>
            <a:cxnSpLocks/>
          </p:cNvCxnSpPr>
          <p:nvPr/>
        </p:nvCxnSpPr>
        <p:spPr>
          <a:xfrm rot="16200000">
            <a:off x="9212164" y="9619807"/>
            <a:ext cx="0" cy="5180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96725A9D-428E-CA65-558C-B72732BBA34B}"/>
              </a:ext>
            </a:extLst>
          </p:cNvPr>
          <p:cNvSpPr/>
          <p:nvPr/>
        </p:nvSpPr>
        <p:spPr>
          <a:xfrm>
            <a:off x="9508503" y="9420124"/>
            <a:ext cx="3904789" cy="860826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TaskTideModel</a:t>
            </a:r>
            <a:endParaRPr lang="en-IE" sz="4000" b="1" dirty="0"/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94B9674B-87A5-D593-DAE1-13524E275A56}"/>
              </a:ext>
            </a:extLst>
          </p:cNvPr>
          <p:cNvSpPr/>
          <p:nvPr/>
        </p:nvSpPr>
        <p:spPr>
          <a:xfrm>
            <a:off x="14534289" y="8379011"/>
            <a:ext cx="3121717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b="1" dirty="0"/>
              <a:t>Workflow</a:t>
            </a:r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id="{F29C1BD2-4F3B-3E41-D6D5-11FB1F2A389D}"/>
              </a:ext>
            </a:extLst>
          </p:cNvPr>
          <p:cNvSpPr/>
          <p:nvPr/>
        </p:nvSpPr>
        <p:spPr>
          <a:xfrm>
            <a:off x="14532171" y="9469824"/>
            <a:ext cx="3121717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b="1" dirty="0"/>
              <a:t>Step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43D35F45-3F51-59D0-3A17-737F22657C4C}"/>
              </a:ext>
            </a:extLst>
          </p:cNvPr>
          <p:cNvSpPr/>
          <p:nvPr/>
        </p:nvSpPr>
        <p:spPr>
          <a:xfrm>
            <a:off x="14519301" y="10539441"/>
            <a:ext cx="3121717" cy="84666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b="1" dirty="0" err="1"/>
              <a:t>WorkItem</a:t>
            </a:r>
            <a:endParaRPr lang="en-IE" sz="3200" b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571068D-9FD7-F08E-10CE-E97E29FC0FC8}"/>
              </a:ext>
            </a:extLst>
          </p:cNvPr>
          <p:cNvCxnSpPr>
            <a:cxnSpLocks/>
          </p:cNvCxnSpPr>
          <p:nvPr/>
        </p:nvCxnSpPr>
        <p:spPr>
          <a:xfrm>
            <a:off x="8359074" y="5041854"/>
            <a:ext cx="0" cy="90951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A9BA5B6-9996-E702-1DA7-1DE2FE6CD3B6}"/>
              </a:ext>
            </a:extLst>
          </p:cNvPr>
          <p:cNvCxnSpPr>
            <a:cxnSpLocks/>
          </p:cNvCxnSpPr>
          <p:nvPr/>
        </p:nvCxnSpPr>
        <p:spPr>
          <a:xfrm>
            <a:off x="4277935" y="6981843"/>
            <a:ext cx="0" cy="6622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D9E725-63D6-EA03-BC3B-7432CD6E134C}"/>
              </a:ext>
            </a:extLst>
          </p:cNvPr>
          <p:cNvCxnSpPr>
            <a:cxnSpLocks/>
          </p:cNvCxnSpPr>
          <p:nvPr/>
        </p:nvCxnSpPr>
        <p:spPr>
          <a:xfrm>
            <a:off x="8405177" y="7022277"/>
            <a:ext cx="0" cy="6622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1445351-83C6-0FE3-A025-08EA6E24F531}"/>
              </a:ext>
            </a:extLst>
          </p:cNvPr>
          <p:cNvCxnSpPr>
            <a:cxnSpLocks/>
          </p:cNvCxnSpPr>
          <p:nvPr/>
        </p:nvCxnSpPr>
        <p:spPr>
          <a:xfrm>
            <a:off x="6240474" y="8739227"/>
            <a:ext cx="0" cy="6622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4BCEB8-3467-C73E-9052-CC17AE3D9308}"/>
              </a:ext>
            </a:extLst>
          </p:cNvPr>
          <p:cNvCxnSpPr>
            <a:cxnSpLocks/>
          </p:cNvCxnSpPr>
          <p:nvPr/>
        </p:nvCxnSpPr>
        <p:spPr>
          <a:xfrm rot="16200000">
            <a:off x="9245002" y="7957089"/>
            <a:ext cx="0" cy="5180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40E555A-70CC-F49F-AC83-0833ECB5F374}"/>
              </a:ext>
            </a:extLst>
          </p:cNvPr>
          <p:cNvCxnSpPr>
            <a:cxnSpLocks/>
          </p:cNvCxnSpPr>
          <p:nvPr/>
        </p:nvCxnSpPr>
        <p:spPr>
          <a:xfrm>
            <a:off x="13492023" y="9897480"/>
            <a:ext cx="1064600" cy="1433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44993FC-42D5-F704-2866-ACECE8222134}"/>
              </a:ext>
            </a:extLst>
          </p:cNvPr>
          <p:cNvCxnSpPr>
            <a:cxnSpLocks/>
          </p:cNvCxnSpPr>
          <p:nvPr/>
        </p:nvCxnSpPr>
        <p:spPr>
          <a:xfrm flipV="1">
            <a:off x="13412175" y="8938727"/>
            <a:ext cx="1012951" cy="9841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5F57698-9C9C-056B-469C-168DB881B1F5}"/>
              </a:ext>
            </a:extLst>
          </p:cNvPr>
          <p:cNvCxnSpPr>
            <a:cxnSpLocks/>
          </p:cNvCxnSpPr>
          <p:nvPr/>
        </p:nvCxnSpPr>
        <p:spPr>
          <a:xfrm rot="5400000" flipV="1">
            <a:off x="13452609" y="9930881"/>
            <a:ext cx="1012951" cy="9841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76948A2-1043-AC0F-353B-E0B14EDF6E6C}"/>
              </a:ext>
            </a:extLst>
          </p:cNvPr>
          <p:cNvCxnSpPr>
            <a:cxnSpLocks/>
          </p:cNvCxnSpPr>
          <p:nvPr/>
        </p:nvCxnSpPr>
        <p:spPr>
          <a:xfrm flipH="1">
            <a:off x="4277935" y="10316491"/>
            <a:ext cx="194" cy="197360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211C2D6-F3B0-EF2B-61F2-7A8FC5DF311A}"/>
              </a:ext>
            </a:extLst>
          </p:cNvPr>
          <p:cNvCxnSpPr>
            <a:cxnSpLocks/>
          </p:cNvCxnSpPr>
          <p:nvPr/>
        </p:nvCxnSpPr>
        <p:spPr>
          <a:xfrm flipH="1">
            <a:off x="8386512" y="10338264"/>
            <a:ext cx="194" cy="197360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1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</Words>
  <Application>Microsoft Office PowerPoint</Application>
  <PresentationFormat>Custom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Kenna</dc:creator>
  <cp:lastModifiedBy>Brendan Kenna</cp:lastModifiedBy>
  <cp:revision>6</cp:revision>
  <dcterms:created xsi:type="dcterms:W3CDTF">2025-07-22T15:08:42Z</dcterms:created>
  <dcterms:modified xsi:type="dcterms:W3CDTF">2025-07-22T15:52:42Z</dcterms:modified>
</cp:coreProperties>
</file>