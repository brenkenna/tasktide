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2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0240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322" autoAdjust="0"/>
    <p:restoredTop sz="95706" autoAdjust="0"/>
  </p:normalViewPr>
  <p:slideViewPr>
    <p:cSldViewPr snapToGrid="0">
      <p:cViewPr varScale="1">
        <p:scale>
          <a:sx n="28" d="100"/>
          <a:sy n="28" d="100"/>
        </p:scale>
        <p:origin x="163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Node label constraints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Job environment               attached to tasks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Bioinformatic workflows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workflow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5100" y="1143000"/>
            <a:ext cx="3987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35100" y="1143000"/>
            <a:ext cx="3987800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829544"/>
            <a:ext cx="25704245" cy="8146580"/>
          </a:xfrm>
        </p:spPr>
        <p:txBody>
          <a:bodyPr anchor="b"/>
          <a:lstStyle>
            <a:lvl1pPr algn="ctr"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2290287"/>
            <a:ext cx="22680216" cy="5649521"/>
          </a:xfrm>
        </p:spPr>
        <p:txBody>
          <a:bodyPr/>
          <a:lstStyle>
            <a:lvl1pPr marL="0" indent="0" algn="ctr">
              <a:buNone/>
              <a:defRPr sz="7937"/>
            </a:lvl1pPr>
            <a:lvl2pPr marL="1512006" indent="0" algn="ctr">
              <a:buNone/>
              <a:defRPr sz="6614"/>
            </a:lvl2pPr>
            <a:lvl3pPr marL="3024012" indent="0" algn="ctr">
              <a:buNone/>
              <a:defRPr sz="5953"/>
            </a:lvl3pPr>
            <a:lvl4pPr marL="4536018" indent="0" algn="ctr">
              <a:buNone/>
              <a:defRPr sz="5291"/>
            </a:lvl4pPr>
            <a:lvl5pPr marL="6048024" indent="0" algn="ctr">
              <a:buNone/>
              <a:defRPr sz="5291"/>
            </a:lvl5pPr>
            <a:lvl6pPr marL="7560031" indent="0" algn="ctr">
              <a:buNone/>
              <a:defRPr sz="5291"/>
            </a:lvl6pPr>
            <a:lvl7pPr marL="9072037" indent="0" algn="ctr">
              <a:buNone/>
              <a:defRPr sz="5291"/>
            </a:lvl7pPr>
            <a:lvl8pPr marL="10584043" indent="0" algn="ctr">
              <a:buNone/>
              <a:defRPr sz="5291"/>
            </a:lvl8pPr>
            <a:lvl9pPr marL="12096049" indent="0" algn="ctr">
              <a:buNone/>
              <a:defRPr sz="529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1198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5453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833695"/>
            <a:ext cx="26082248" cy="9733644"/>
          </a:xfrm>
        </p:spPr>
        <p:txBody>
          <a:bodyPr anchor="b"/>
          <a:lstStyle>
            <a:lvl1pPr>
              <a:defRPr sz="198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5659423"/>
            <a:ext cx="26082248" cy="5118694"/>
          </a:xfrm>
        </p:spPr>
        <p:txBody>
          <a:bodyPr/>
          <a:lstStyle>
            <a:lvl1pPr marL="0" indent="0">
              <a:buNone/>
              <a:defRPr sz="7937">
                <a:solidFill>
                  <a:schemeClr val="tx1">
                    <a:tint val="82000"/>
                  </a:schemeClr>
                </a:solidFill>
              </a:defRPr>
            </a:lvl1pPr>
            <a:lvl2pPr marL="1512006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2pPr>
            <a:lvl3pPr marL="3024012" indent="0">
              <a:buNone/>
              <a:defRPr sz="5953">
                <a:solidFill>
                  <a:schemeClr val="tx1">
                    <a:tint val="82000"/>
                  </a:schemeClr>
                </a:solidFill>
              </a:defRPr>
            </a:lvl3pPr>
            <a:lvl4pPr marL="4536018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4pPr>
            <a:lvl5pPr marL="6048024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5pPr>
            <a:lvl6pPr marL="7560031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6pPr>
            <a:lvl7pPr marL="9072037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7pPr>
            <a:lvl8pPr marL="10584043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8pPr>
            <a:lvl9pPr marL="12096049" indent="0">
              <a:buNone/>
              <a:defRPr sz="529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63403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6229100"/>
            <a:ext cx="12852122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5347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245825"/>
            <a:ext cx="26082248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736191"/>
            <a:ext cx="12793057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8547409"/>
            <a:ext cx="1279305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736191"/>
            <a:ext cx="12856061" cy="2811218"/>
          </a:xfrm>
        </p:spPr>
        <p:txBody>
          <a:bodyPr anchor="b"/>
          <a:lstStyle>
            <a:lvl1pPr marL="0" indent="0">
              <a:buNone/>
              <a:defRPr sz="7937" b="1"/>
            </a:lvl1pPr>
            <a:lvl2pPr marL="1512006" indent="0">
              <a:buNone/>
              <a:defRPr sz="6614" b="1"/>
            </a:lvl2pPr>
            <a:lvl3pPr marL="3024012" indent="0">
              <a:buNone/>
              <a:defRPr sz="5953" b="1"/>
            </a:lvl3pPr>
            <a:lvl4pPr marL="4536018" indent="0">
              <a:buNone/>
              <a:defRPr sz="5291" b="1"/>
            </a:lvl4pPr>
            <a:lvl5pPr marL="6048024" indent="0">
              <a:buNone/>
              <a:defRPr sz="5291" b="1"/>
            </a:lvl5pPr>
            <a:lvl6pPr marL="7560031" indent="0">
              <a:buNone/>
              <a:defRPr sz="5291" b="1"/>
            </a:lvl6pPr>
            <a:lvl7pPr marL="9072037" indent="0">
              <a:buNone/>
              <a:defRPr sz="5291" b="1"/>
            </a:lvl7pPr>
            <a:lvl8pPr marL="10584043" indent="0">
              <a:buNone/>
              <a:defRPr sz="5291" b="1"/>
            </a:lvl8pPr>
            <a:lvl9pPr marL="12096049" indent="0">
              <a:buNone/>
              <a:defRPr sz="529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8547409"/>
            <a:ext cx="12856061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89652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400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2556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369136"/>
            <a:ext cx="15309146" cy="16628989"/>
          </a:xfrm>
        </p:spPr>
        <p:txBody>
          <a:bodyPr/>
          <a:lstStyle>
            <a:lvl1pPr>
              <a:defRPr sz="10583"/>
            </a:lvl1pPr>
            <a:lvl2pPr>
              <a:defRPr sz="9260"/>
            </a:lvl2pPr>
            <a:lvl3pPr>
              <a:defRPr sz="7937"/>
            </a:lvl3pPr>
            <a:lvl4pPr>
              <a:defRPr sz="6614"/>
            </a:lvl4pPr>
            <a:lvl5pPr>
              <a:defRPr sz="6614"/>
            </a:lvl5pPr>
            <a:lvl6pPr>
              <a:defRPr sz="6614"/>
            </a:lvl6pPr>
            <a:lvl7pPr>
              <a:defRPr sz="6614"/>
            </a:lvl7pPr>
            <a:lvl8pPr>
              <a:defRPr sz="6614"/>
            </a:lvl8pPr>
            <a:lvl9pPr>
              <a:defRPr sz="66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24624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559983"/>
            <a:ext cx="9753280" cy="5459942"/>
          </a:xfrm>
        </p:spPr>
        <p:txBody>
          <a:bodyPr anchor="b"/>
          <a:lstStyle>
            <a:lvl1pPr>
              <a:defRPr sz="1058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369136"/>
            <a:ext cx="15309146" cy="16628989"/>
          </a:xfrm>
        </p:spPr>
        <p:txBody>
          <a:bodyPr anchor="t"/>
          <a:lstStyle>
            <a:lvl1pPr marL="0" indent="0">
              <a:buNone/>
              <a:defRPr sz="10583"/>
            </a:lvl1pPr>
            <a:lvl2pPr marL="1512006" indent="0">
              <a:buNone/>
              <a:defRPr sz="9260"/>
            </a:lvl2pPr>
            <a:lvl3pPr marL="3024012" indent="0">
              <a:buNone/>
              <a:defRPr sz="7937"/>
            </a:lvl3pPr>
            <a:lvl4pPr marL="4536018" indent="0">
              <a:buNone/>
              <a:defRPr sz="6614"/>
            </a:lvl4pPr>
            <a:lvl5pPr marL="6048024" indent="0">
              <a:buNone/>
              <a:defRPr sz="6614"/>
            </a:lvl5pPr>
            <a:lvl6pPr marL="7560031" indent="0">
              <a:buNone/>
              <a:defRPr sz="6614"/>
            </a:lvl6pPr>
            <a:lvl7pPr marL="9072037" indent="0">
              <a:buNone/>
              <a:defRPr sz="6614"/>
            </a:lvl7pPr>
            <a:lvl8pPr marL="10584043" indent="0">
              <a:buNone/>
              <a:defRPr sz="6614"/>
            </a:lvl8pPr>
            <a:lvl9pPr marL="12096049" indent="0">
              <a:buNone/>
              <a:defRPr sz="661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7019925"/>
            <a:ext cx="9753280" cy="13005279"/>
          </a:xfrm>
        </p:spPr>
        <p:txBody>
          <a:bodyPr/>
          <a:lstStyle>
            <a:lvl1pPr marL="0" indent="0">
              <a:buNone/>
              <a:defRPr sz="5291"/>
            </a:lvl1pPr>
            <a:lvl2pPr marL="1512006" indent="0">
              <a:buNone/>
              <a:defRPr sz="4630"/>
            </a:lvl2pPr>
            <a:lvl3pPr marL="3024012" indent="0">
              <a:buNone/>
              <a:defRPr sz="3969"/>
            </a:lvl3pPr>
            <a:lvl4pPr marL="4536018" indent="0">
              <a:buNone/>
              <a:defRPr sz="3307"/>
            </a:lvl4pPr>
            <a:lvl5pPr marL="6048024" indent="0">
              <a:buNone/>
              <a:defRPr sz="3307"/>
            </a:lvl5pPr>
            <a:lvl6pPr marL="7560031" indent="0">
              <a:buNone/>
              <a:defRPr sz="3307"/>
            </a:lvl6pPr>
            <a:lvl7pPr marL="9072037" indent="0">
              <a:buNone/>
              <a:defRPr sz="3307"/>
            </a:lvl7pPr>
            <a:lvl8pPr marL="10584043" indent="0">
              <a:buNone/>
              <a:defRPr sz="3307"/>
            </a:lvl8pPr>
            <a:lvl9pPr marL="12096049" indent="0">
              <a:buNone/>
              <a:defRPr sz="330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1520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3804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245820"/>
            <a:ext cx="6520562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245820"/>
            <a:ext cx="19183683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667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245825"/>
            <a:ext cx="26082248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6229100"/>
            <a:ext cx="26082248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11/02/2026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21688107"/>
            <a:ext cx="10206097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21688107"/>
            <a:ext cx="6804065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102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3024012" rtl="0" eaLnBrk="1" latinLnBrk="0" hangingPunct="1">
        <a:lnSpc>
          <a:spcPct val="90000"/>
        </a:lnSpc>
        <a:spcBef>
          <a:spcPct val="0"/>
        </a:spcBef>
        <a:buNone/>
        <a:defRPr sz="145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003" indent="-756003" algn="l" defTabSz="3024012" rtl="0" eaLnBrk="1" latinLnBrk="0" hangingPunct="1">
        <a:lnSpc>
          <a:spcPct val="90000"/>
        </a:lnSpc>
        <a:spcBef>
          <a:spcPts val="3307"/>
        </a:spcBef>
        <a:buFont typeface="Arial" panose="020B0604020202020204" pitchFamily="34" charset="0"/>
        <a:buChar char="•"/>
        <a:defRPr sz="9260" kern="1200">
          <a:solidFill>
            <a:schemeClr val="tx1"/>
          </a:solidFill>
          <a:latin typeface="+mn-lt"/>
          <a:ea typeface="+mn-ea"/>
          <a:cs typeface="+mn-cs"/>
        </a:defRPr>
      </a:lvl1pPr>
      <a:lvl2pPr marL="2268009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7937" kern="1200">
          <a:solidFill>
            <a:schemeClr val="tx1"/>
          </a:solidFill>
          <a:latin typeface="+mn-lt"/>
          <a:ea typeface="+mn-ea"/>
          <a:cs typeface="+mn-cs"/>
        </a:defRPr>
      </a:lvl2pPr>
      <a:lvl3pPr marL="3780015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292021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804028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8316034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828040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1340046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852052" indent="-756003" algn="l" defTabSz="3024012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1pPr>
      <a:lvl2pPr marL="1512006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2pPr>
      <a:lvl3pPr marL="3024012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3pPr>
      <a:lvl4pPr marL="4536018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4pPr>
      <a:lvl5pPr marL="6048024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5pPr>
      <a:lvl6pPr marL="7560031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6pPr>
      <a:lvl7pPr marL="9072037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7pPr>
      <a:lvl8pPr marL="10584043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8pPr>
      <a:lvl9pPr marL="12096049" algn="l" defTabSz="3024012" rtl="0" eaLnBrk="1" latinLnBrk="0" hangingPunct="1">
        <a:defRPr sz="59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svg"/><Relationship Id="rId10" Type="http://schemas.openxmlformats.org/officeDocument/2006/relationships/image" Target="../media/image31.svg"/><Relationship Id="rId4" Type="http://schemas.openxmlformats.org/officeDocument/2006/relationships/image" Target="../media/image25.svg"/><Relationship Id="rId9" Type="http://schemas.openxmlformats.org/officeDocument/2006/relationships/image" Target="../media/image30.png"/><Relationship Id="rId1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7900" y="1371600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5689601" y="7520075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12011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0" y="1757712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3390900" y="4618016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419877"/>
              </p:ext>
            </p:extLst>
          </p:nvPr>
        </p:nvGraphicFramePr>
        <p:xfrm>
          <a:off x="124851" y="5462717"/>
          <a:ext cx="29988439" cy="12157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Group 170">
            <a:extLst>
              <a:ext uri="{FF2B5EF4-FFF2-40B4-BE49-F238E27FC236}">
                <a16:creationId xmlns:a16="http://schemas.microsoft.com/office/drawing/2014/main" id="{9A6AE425-9872-F1C6-EAAB-C9ED727953A3}"/>
              </a:ext>
            </a:extLst>
          </p:cNvPr>
          <p:cNvGrpSpPr/>
          <p:nvPr/>
        </p:nvGrpSpPr>
        <p:grpSpPr>
          <a:xfrm>
            <a:off x="457200" y="362011"/>
            <a:ext cx="29664648" cy="19134346"/>
            <a:chOff x="457200" y="362011"/>
            <a:chExt cx="29664648" cy="19134346"/>
          </a:xfrm>
        </p:grpSpPr>
        <p:pic>
          <p:nvPicPr>
            <p:cNvPr id="119" name="Picture 118" descr="A logo with waves and text&#10;&#10;AI-generated content may be incorrect.">
              <a:extLst>
                <a:ext uri="{FF2B5EF4-FFF2-40B4-BE49-F238E27FC236}">
                  <a16:creationId xmlns:a16="http://schemas.microsoft.com/office/drawing/2014/main" id="{667751E9-C6D0-556D-339F-45AF8CEDB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59501" y="362011"/>
              <a:ext cx="10949586" cy="9736592"/>
            </a:xfrm>
            <a:prstGeom prst="rect">
              <a:avLst/>
            </a:prstGeom>
          </p:spPr>
        </p:pic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9381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6896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8681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6081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6081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4572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7271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70841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7195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4894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7400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1970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10566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7042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8047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8021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7866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3657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4212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8135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2467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5812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309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5268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93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9761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4707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3067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1841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9623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1867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1841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1686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129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9317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9560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3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030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445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41987" y="15084021"/>
              <a:ext cx="1813772" cy="18092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4953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Receives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Processor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424026" y="7528430"/>
                <a:ext cx="452119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Processor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627178"/>
              </p:ext>
            </p:extLst>
          </p:nvPr>
        </p:nvGraphicFramePr>
        <p:xfrm>
          <a:off x="152400" y="2057400"/>
          <a:ext cx="29935487" cy="193167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many milliseconds to flag as stagnant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0590461"/>
              </p:ext>
            </p:extLst>
          </p:nvPr>
        </p:nvGraphicFramePr>
        <p:xfrm>
          <a:off x="30099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63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7AF9FA-7438-5E00-C10B-5BDCEAA71E27}"/>
              </a:ext>
            </a:extLst>
          </p:cNvPr>
          <p:cNvSpPr/>
          <p:nvPr/>
        </p:nvSpPr>
        <p:spPr>
          <a:xfrm>
            <a:off x="190500" y="3853678"/>
            <a:ext cx="29851350" cy="6923211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CDF24C-6E41-99FF-7335-D2539468AD92}"/>
              </a:ext>
            </a:extLst>
          </p:cNvPr>
          <p:cNvSpPr txBox="1"/>
          <p:nvPr/>
        </p:nvSpPr>
        <p:spPr>
          <a:xfrm>
            <a:off x="423801" y="4004083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1). Enqueue Election Ballot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0E05E10-B54C-55AA-F4C5-B5805511BA2C}"/>
              </a:ext>
            </a:extLst>
          </p:cNvPr>
          <p:cNvGrpSpPr/>
          <p:nvPr/>
        </p:nvGrpSpPr>
        <p:grpSpPr>
          <a:xfrm>
            <a:off x="495300" y="5160508"/>
            <a:ext cx="9277350" cy="5044882"/>
            <a:chOff x="609600" y="4232468"/>
            <a:chExt cx="9277350" cy="5044882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98F1016-6507-D524-42D1-7AB16F226F63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  <a:p>
              <a:r>
                <a:rPr lang="en-IE" sz="3200" b="1" dirty="0"/>
                <a:t>  Mutex {</a:t>
              </a:r>
            </a:p>
            <a:p>
              <a:r>
                <a:rPr lang="en-IE" sz="3200" b="1" dirty="0"/>
                <a:t>         Id: &lt;Random UUID&gt;,</a:t>
              </a:r>
            </a:p>
            <a:p>
              <a:r>
                <a:rPr lang="en-IE" sz="3200" b="1" dirty="0"/>
                <a:t>         Time Stamp: &lt; EPOCH Time&gt;,</a:t>
              </a:r>
            </a:p>
            <a:p>
              <a:r>
                <a:rPr lang="en-IE" sz="3200" b="1" dirty="0"/>
                <a:t>         Lock File: &lt;Full File Path&gt;,</a:t>
              </a:r>
            </a:p>
            <a:p>
              <a:r>
                <a:rPr lang="en-IE" sz="3200" b="1" dirty="0"/>
                <a:t>         Election File: &lt;Full File Path&gt;,</a:t>
              </a:r>
            </a:p>
            <a:p>
              <a:r>
                <a:rPr lang="en-IE" sz="3200" b="1" dirty="0"/>
                <a:t>         Mutex State: &lt;INIT | WAIT | LOCKED&gt;</a:t>
              </a:r>
            </a:p>
            <a:p>
              <a:r>
                <a:rPr lang="en-IE" sz="3200" b="1" dirty="0"/>
                <a:t>  }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65AB9DE-E928-5C65-E445-AC34F60D20B4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529234"/>
              <a:chOff x="914400" y="4442816"/>
              <a:chExt cx="9048750" cy="529234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D526A3C-335E-5F13-5100-FB52658BE261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1769689749-HostA-InstanceA.json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794C1588-459B-325B-CB2C-AF92EF1C09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497205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BF690E4-2BAC-371E-4F36-F3BB9D5CB4E8}"/>
              </a:ext>
            </a:extLst>
          </p:cNvPr>
          <p:cNvSpPr txBox="1"/>
          <p:nvPr/>
        </p:nvSpPr>
        <p:spPr>
          <a:xfrm>
            <a:off x="11316463" y="3976374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2). Discover FIFO Position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C6F972B-C4A3-ADE2-9B28-D6F6A4C141B6}"/>
              </a:ext>
            </a:extLst>
          </p:cNvPr>
          <p:cNvSpPr/>
          <p:nvPr/>
        </p:nvSpPr>
        <p:spPr>
          <a:xfrm>
            <a:off x="11887200" y="5528808"/>
            <a:ext cx="7905750" cy="4037241"/>
          </a:xfrm>
          <a:prstGeom prst="round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3200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4CC6A90-C0EB-A4B6-BC65-86380C1FB3C9}"/>
              </a:ext>
            </a:extLst>
          </p:cNvPr>
          <p:cNvGrpSpPr/>
          <p:nvPr/>
        </p:nvGrpSpPr>
        <p:grpSpPr>
          <a:xfrm>
            <a:off x="12017069" y="5651408"/>
            <a:ext cx="7710947" cy="499728"/>
            <a:chOff x="914400" y="4442816"/>
            <a:chExt cx="9048750" cy="62445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019241-98B9-86DF-7A70-BAC7C03C6376}"/>
                </a:ext>
              </a:extLst>
            </p:cNvPr>
            <p:cNvSpPr txBox="1"/>
            <p:nvPr/>
          </p:nvSpPr>
          <p:spPr>
            <a:xfrm>
              <a:off x="914400" y="4442816"/>
              <a:ext cx="9048750" cy="5546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800" b="1" dirty="0">
                  <a:solidFill>
                    <a:schemeClr val="bg1"/>
                  </a:solidFill>
                </a:rPr>
                <a:t>Configured Election Directory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DE96AB-CD56-E5FA-7030-6F555209E755}"/>
                </a:ext>
              </a:extLst>
            </p:cNvPr>
            <p:cNvCxnSpPr>
              <a:cxnSpLocks/>
            </p:cNvCxnSpPr>
            <p:nvPr/>
          </p:nvCxnSpPr>
          <p:spPr>
            <a:xfrm>
              <a:off x="1412270" y="5067269"/>
              <a:ext cx="8112730" cy="0"/>
            </a:xfrm>
            <a:prstGeom prst="line">
              <a:avLst/>
            </a:prstGeom>
            <a:ln w="19050" cap="flat" cmpd="sng" algn="ctr">
              <a:solidFill>
                <a:schemeClr val="bg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34B9CB4-2681-327E-1546-41998D4C06E8}"/>
              </a:ext>
            </a:extLst>
          </p:cNvPr>
          <p:cNvSpPr/>
          <p:nvPr/>
        </p:nvSpPr>
        <p:spPr>
          <a:xfrm>
            <a:off x="10063163" y="6819984"/>
            <a:ext cx="1619250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0A4E8B60-330B-1FB5-0943-17C11E0380CE}"/>
              </a:ext>
            </a:extLst>
          </p:cNvPr>
          <p:cNvSpPr/>
          <p:nvPr/>
        </p:nvSpPr>
        <p:spPr>
          <a:xfrm>
            <a:off x="20059650" y="6793093"/>
            <a:ext cx="1619250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2DD160-6B4C-56D8-D2E7-C83E10664427}"/>
              </a:ext>
            </a:extLst>
          </p:cNvPr>
          <p:cNvSpPr txBox="1"/>
          <p:nvPr/>
        </p:nvSpPr>
        <p:spPr>
          <a:xfrm>
            <a:off x="22412325" y="3995424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3). Wait Until Leader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A6E0309-BA76-2C37-BF97-83DA109EC708}"/>
              </a:ext>
            </a:extLst>
          </p:cNvPr>
          <p:cNvGrpSpPr/>
          <p:nvPr/>
        </p:nvGrpSpPr>
        <p:grpSpPr>
          <a:xfrm>
            <a:off x="21839238" y="5567707"/>
            <a:ext cx="7905750" cy="3770158"/>
            <a:chOff x="12363450" y="4232467"/>
            <a:chExt cx="9277350" cy="5044882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2E450F5-1EAF-54A9-2874-39442B8A056D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E3BF374-E77C-233B-E92F-4758AAD130B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65187"/>
              <a:chOff x="914400" y="4442816"/>
              <a:chExt cx="9048750" cy="665187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381B058-26BE-BAB2-79EA-A327C72E9DF2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Wait &amp; Retry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69B4F2D9-FA43-58DF-241A-59FC646CE5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08003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pic>
        <p:nvPicPr>
          <p:cNvPr id="39" name="Graphic 38" descr="Alarm Ringing outline">
            <a:extLst>
              <a:ext uri="{FF2B5EF4-FFF2-40B4-BE49-F238E27FC236}">
                <a16:creationId xmlns:a16="http://schemas.microsoft.com/office/drawing/2014/main" id="{A06521CE-5F19-1FCB-0285-A48FE6ADAE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117170" y="6665603"/>
            <a:ext cx="2105025" cy="2105025"/>
          </a:xfrm>
          <a:prstGeom prst="rect">
            <a:avLst/>
          </a:prstGeom>
        </p:spPr>
      </p:pic>
      <p:pic>
        <p:nvPicPr>
          <p:cNvPr id="41" name="Graphic 40" descr="Snooze outline">
            <a:extLst>
              <a:ext uri="{FF2B5EF4-FFF2-40B4-BE49-F238E27FC236}">
                <a16:creationId xmlns:a16="http://schemas.microsoft.com/office/drawing/2014/main" id="{05D21A47-FEE5-33CD-5150-CCD8C98322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468970" y="6417953"/>
            <a:ext cx="2105025" cy="2105025"/>
          </a:xfrm>
          <a:prstGeom prst="rect">
            <a:avLst/>
          </a:prstGeom>
        </p:spPr>
      </p:pic>
      <p:sp>
        <p:nvSpPr>
          <p:cNvPr id="43" name="Arrow: Right 42">
            <a:extLst>
              <a:ext uri="{FF2B5EF4-FFF2-40B4-BE49-F238E27FC236}">
                <a16:creationId xmlns:a16="http://schemas.microsoft.com/office/drawing/2014/main" id="{A2F234AD-9CCE-B2A5-133D-DF97E9659C03}"/>
              </a:ext>
            </a:extLst>
          </p:cNvPr>
          <p:cNvSpPr/>
          <p:nvPr/>
        </p:nvSpPr>
        <p:spPr>
          <a:xfrm>
            <a:off x="24806275" y="7169995"/>
            <a:ext cx="1828800" cy="981939"/>
          </a:xfrm>
          <a:prstGeom prst="rightArrow">
            <a:avLst/>
          </a:prstGeom>
          <a:solidFill>
            <a:schemeClr val="accent2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438DC7B-472C-B3E3-A01D-765CC1D09460}"/>
              </a:ext>
            </a:extLst>
          </p:cNvPr>
          <p:cNvGrpSpPr/>
          <p:nvPr/>
        </p:nvGrpSpPr>
        <p:grpSpPr>
          <a:xfrm>
            <a:off x="5122141" y="2633807"/>
            <a:ext cx="20817737" cy="1143120"/>
            <a:chOff x="4899243" y="2108980"/>
            <a:chExt cx="18821400" cy="1107996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4F17CA91-6386-7A67-939A-4EBB6125772E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14435C2-F2C9-4CB1-DFE2-178BD5F92F20}"/>
                </a:ext>
              </a:extLst>
            </p:cNvPr>
            <p:cNvSpPr txBox="1"/>
            <p:nvPr/>
          </p:nvSpPr>
          <p:spPr>
            <a:xfrm>
              <a:off x="4899243" y="210898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i). Leader Election Coordinated Across HPC Jobs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415DE28-1A6C-8362-F4F8-741555000F08}"/>
              </a:ext>
            </a:extLst>
          </p:cNvPr>
          <p:cNvGrpSpPr/>
          <p:nvPr/>
        </p:nvGrpSpPr>
        <p:grpSpPr>
          <a:xfrm>
            <a:off x="5280891" y="14525624"/>
            <a:ext cx="18859500" cy="1107996"/>
            <a:chOff x="4953000" y="2082800"/>
            <a:chExt cx="18859500" cy="1107996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A8FEBA9-B1C8-76B3-0138-002F653CAB81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3108744"/>
              <a:ext cx="18649794" cy="0"/>
            </a:xfrm>
            <a:prstGeom prst="line">
              <a:avLst/>
            </a:prstGeom>
            <a:ln w="5715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C04D604-5EE5-1D96-7D9A-76504BC438EE}"/>
                </a:ext>
              </a:extLst>
            </p:cNvPr>
            <p:cNvSpPr txBox="1"/>
            <p:nvPr/>
          </p:nvSpPr>
          <p:spPr>
            <a:xfrm>
              <a:off x="4991100" y="2082800"/>
              <a:ext cx="18821400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600" b="1" i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ii). Hosting Node of Leader Owns the OS Lock</a:t>
              </a:r>
            </a:p>
          </p:txBody>
        </p:sp>
      </p:grp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9F6B5165-62F2-45C5-C2B0-48352441AE46}"/>
              </a:ext>
            </a:extLst>
          </p:cNvPr>
          <p:cNvSpPr/>
          <p:nvPr/>
        </p:nvSpPr>
        <p:spPr>
          <a:xfrm>
            <a:off x="188191" y="15722603"/>
            <a:ext cx="29851350" cy="5918192"/>
          </a:xfrm>
          <a:prstGeom prst="roundRect">
            <a:avLst/>
          </a:prstGeom>
          <a:solidFill>
            <a:srgbClr val="E6EAED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A58CC51-694B-6303-6B7E-1DE40BCD20AB}"/>
              </a:ext>
            </a:extLst>
          </p:cNvPr>
          <p:cNvSpPr txBox="1"/>
          <p:nvPr/>
        </p:nvSpPr>
        <p:spPr>
          <a:xfrm>
            <a:off x="-289708" y="15798918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4). Acquire File Lock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304CF6E-B326-E521-B77C-B4D210C04B06}"/>
              </a:ext>
            </a:extLst>
          </p:cNvPr>
          <p:cNvSpPr txBox="1"/>
          <p:nvPr/>
        </p:nvSpPr>
        <p:spPr>
          <a:xfrm>
            <a:off x="10337075" y="15798918"/>
            <a:ext cx="9277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5). Execute Work Under Lock</a:t>
            </a:r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AE345429-4113-2B59-9FBD-F7FEC818DA28}"/>
              </a:ext>
            </a:extLst>
          </p:cNvPr>
          <p:cNvSpPr/>
          <p:nvPr/>
        </p:nvSpPr>
        <p:spPr>
          <a:xfrm>
            <a:off x="8768936" y="18207958"/>
            <a:ext cx="1979305" cy="1413703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3" name="Arrow: Right 92">
            <a:extLst>
              <a:ext uri="{FF2B5EF4-FFF2-40B4-BE49-F238E27FC236}">
                <a16:creationId xmlns:a16="http://schemas.microsoft.com/office/drawing/2014/main" id="{9A92287C-9ADC-C5E8-F927-2ABB19F06159}"/>
              </a:ext>
            </a:extLst>
          </p:cNvPr>
          <p:cNvSpPr/>
          <p:nvPr/>
        </p:nvSpPr>
        <p:spPr>
          <a:xfrm>
            <a:off x="18640529" y="18100710"/>
            <a:ext cx="2242312" cy="144059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C31B3FA-AD41-3E67-4907-5195F0A775AF}"/>
              </a:ext>
            </a:extLst>
          </p:cNvPr>
          <p:cNvSpPr txBox="1"/>
          <p:nvPr/>
        </p:nvSpPr>
        <p:spPr>
          <a:xfrm>
            <a:off x="22365661" y="15798918"/>
            <a:ext cx="66579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4800" b="1" i="1" dirty="0"/>
              <a:t>6). Dequeue Mutex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EB964F5-01B5-3919-71C3-72F33580F0AB}"/>
              </a:ext>
            </a:extLst>
          </p:cNvPr>
          <p:cNvGrpSpPr/>
          <p:nvPr/>
        </p:nvGrpSpPr>
        <p:grpSpPr>
          <a:xfrm>
            <a:off x="21325242" y="16779966"/>
            <a:ext cx="8392038" cy="4236049"/>
            <a:chOff x="12363450" y="4232467"/>
            <a:chExt cx="9277350" cy="5044882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D1D4EDCD-A5D1-874D-2060-507433C888D5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C38E234-E7AC-FB28-218C-CCAB9770B5A1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80484"/>
              <a:chOff x="914400" y="4442816"/>
              <a:chExt cx="9048750" cy="68048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D892C4A-C8B2-E3B3-2102-90A87CEA6E3D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Clear Central then Election Lock</a:t>
                </a:r>
              </a:p>
            </p:txBody>
          </p: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8F177FCE-694E-26FC-3BDF-DA48A7D41C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12330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sp>
        <p:nvSpPr>
          <p:cNvPr id="113" name="Arrow: Right 112">
            <a:extLst>
              <a:ext uri="{FF2B5EF4-FFF2-40B4-BE49-F238E27FC236}">
                <a16:creationId xmlns:a16="http://schemas.microsoft.com/office/drawing/2014/main" id="{5235A552-AB28-96C9-9D25-FE98C601670A}"/>
              </a:ext>
            </a:extLst>
          </p:cNvPr>
          <p:cNvSpPr/>
          <p:nvPr/>
        </p:nvSpPr>
        <p:spPr>
          <a:xfrm rot="5400000">
            <a:off x="13797988" y="12011264"/>
            <a:ext cx="2656859" cy="161925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35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824AFED-603D-7D8E-5651-3778581935FE}"/>
              </a:ext>
            </a:extLst>
          </p:cNvPr>
          <p:cNvGrpSpPr/>
          <p:nvPr/>
        </p:nvGrpSpPr>
        <p:grpSpPr>
          <a:xfrm>
            <a:off x="734291" y="16906275"/>
            <a:ext cx="7521575" cy="3842943"/>
            <a:chOff x="609600" y="4232468"/>
            <a:chExt cx="9277350" cy="5044882"/>
          </a:xfrm>
        </p:grpSpPr>
        <p:sp>
          <p:nvSpPr>
            <p:cNvPr id="108" name="Rectangle: Rounded Corners 107">
              <a:extLst>
                <a:ext uri="{FF2B5EF4-FFF2-40B4-BE49-F238E27FC236}">
                  <a16:creationId xmlns:a16="http://schemas.microsoft.com/office/drawing/2014/main" id="{63642D35-62E7-4F25-2914-F20F10C76A8C}"/>
                </a:ext>
              </a:extLst>
            </p:cNvPr>
            <p:cNvSpPr/>
            <p:nvPr/>
          </p:nvSpPr>
          <p:spPr>
            <a:xfrm>
              <a:off x="609600" y="4232468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3200" b="1" dirty="0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4C706FEC-6D43-6EF3-8962-CE9C89EDB1A5}"/>
                </a:ext>
              </a:extLst>
            </p:cNvPr>
            <p:cNvGrpSpPr/>
            <p:nvPr/>
          </p:nvGrpSpPr>
          <p:grpSpPr>
            <a:xfrm>
              <a:off x="609600" y="4385666"/>
              <a:ext cx="9048750" cy="689940"/>
              <a:chOff x="914400" y="4442816"/>
              <a:chExt cx="9048750" cy="689940"/>
            </a:xfrm>
          </p:grpSpPr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5FB26764-FE71-E2BA-81BD-1A41BC916065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FileChannel Lock on Central LockFile</a:t>
                </a:r>
              </a:p>
            </p:txBody>
          </p: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D438D6CE-796E-F0D7-2297-DD9F25BC03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97160" y="5132756"/>
                <a:ext cx="8032762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E5359AA-2A23-D204-F4FF-03D4CC2A86B1}"/>
              </a:ext>
            </a:extLst>
          </p:cNvPr>
          <p:cNvGrpSpPr/>
          <p:nvPr/>
        </p:nvGrpSpPr>
        <p:grpSpPr>
          <a:xfrm>
            <a:off x="2801215" y="17754707"/>
            <a:ext cx="3140911" cy="2301407"/>
            <a:chOff x="1939924" y="18109350"/>
            <a:chExt cx="3573819" cy="2536825"/>
          </a:xfrm>
        </p:grpSpPr>
        <p:pic>
          <p:nvPicPr>
            <p:cNvPr id="120" name="Graphic 119" descr="Lock outline">
              <a:extLst>
                <a:ext uri="{FF2B5EF4-FFF2-40B4-BE49-F238E27FC236}">
                  <a16:creationId xmlns:a16="http://schemas.microsoft.com/office/drawing/2014/main" id="{7B630FEC-92E0-4756-D730-8992B2121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836986" y="18584802"/>
              <a:ext cx="1676757" cy="1676757"/>
            </a:xfrm>
            <a:prstGeom prst="rect">
              <a:avLst/>
            </a:prstGeom>
          </p:spPr>
        </p:pic>
        <p:pic>
          <p:nvPicPr>
            <p:cNvPr id="121" name="Graphic 120" descr="Document with solid fill">
              <a:extLst>
                <a:ext uri="{FF2B5EF4-FFF2-40B4-BE49-F238E27FC236}">
                  <a16:creationId xmlns:a16="http://schemas.microsoft.com/office/drawing/2014/main" id="{9A7FF259-FA79-C04A-27C7-5666BA552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939924" y="18109350"/>
              <a:ext cx="2536825" cy="2536825"/>
            </a:xfrm>
            <a:prstGeom prst="rect">
              <a:avLst/>
            </a:prstGeom>
          </p:spPr>
        </p:pic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8AADD96-942D-E95B-B1E7-25F4E2905E02}"/>
              </a:ext>
            </a:extLst>
          </p:cNvPr>
          <p:cNvGrpSpPr/>
          <p:nvPr/>
        </p:nvGrpSpPr>
        <p:grpSpPr>
          <a:xfrm>
            <a:off x="11122891" y="16906275"/>
            <a:ext cx="7023100" cy="3919143"/>
            <a:chOff x="12363450" y="4232467"/>
            <a:chExt cx="9277350" cy="5044882"/>
          </a:xfrm>
        </p:grpSpPr>
        <p:sp>
          <p:nvSpPr>
            <p:cNvPr id="104" name="Rectangle: Rounded Corners 103">
              <a:extLst>
                <a:ext uri="{FF2B5EF4-FFF2-40B4-BE49-F238E27FC236}">
                  <a16:creationId xmlns:a16="http://schemas.microsoft.com/office/drawing/2014/main" id="{8CE5F9D7-906C-B109-E9C5-E0D38401E58F}"/>
                </a:ext>
              </a:extLst>
            </p:cNvPr>
            <p:cNvSpPr/>
            <p:nvPr/>
          </p:nvSpPr>
          <p:spPr>
            <a:xfrm>
              <a:off x="12363450" y="4232467"/>
              <a:ext cx="9277350" cy="5044882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EFB25828-2711-D2B1-17B2-15EC5A261F83}"/>
                </a:ext>
              </a:extLst>
            </p:cNvPr>
            <p:cNvGrpSpPr/>
            <p:nvPr/>
          </p:nvGrpSpPr>
          <p:grpSpPr>
            <a:xfrm>
              <a:off x="12515850" y="4385666"/>
              <a:ext cx="9048750" cy="692714"/>
              <a:chOff x="914400" y="4442816"/>
              <a:chExt cx="9048750" cy="692714"/>
            </a:xfrm>
          </p:grpSpPr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01BD3F1-B161-5045-06D8-A48535812444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554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Run Job</a:t>
                </a:r>
              </a:p>
            </p:txBody>
          </p: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F6133D7E-94E1-7137-40DE-0C6131EF1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69" y="5135530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5D7E449F-558E-2A82-83D0-0DD18C718BCB}"/>
              </a:ext>
            </a:extLst>
          </p:cNvPr>
          <p:cNvGrpSpPr/>
          <p:nvPr/>
        </p:nvGrpSpPr>
        <p:grpSpPr>
          <a:xfrm>
            <a:off x="12985467" y="17592118"/>
            <a:ext cx="4074674" cy="2638970"/>
            <a:chOff x="15089626" y="18117665"/>
            <a:chExt cx="2911547" cy="2214581"/>
          </a:xfrm>
        </p:grpSpPr>
        <p:pic>
          <p:nvPicPr>
            <p:cNvPr id="130" name="Graphic 129" descr="Database outline">
              <a:extLst>
                <a:ext uri="{FF2B5EF4-FFF2-40B4-BE49-F238E27FC236}">
                  <a16:creationId xmlns:a16="http://schemas.microsoft.com/office/drawing/2014/main" id="{A1B2ADF8-6F5C-75F1-C094-9E6AE9F71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5089626" y="18117665"/>
              <a:ext cx="2214581" cy="2214581"/>
            </a:xfrm>
            <a:prstGeom prst="rect">
              <a:avLst/>
            </a:prstGeom>
          </p:spPr>
        </p:pic>
        <p:pic>
          <p:nvPicPr>
            <p:cNvPr id="131" name="Graphic 130" descr="Gears outline">
              <a:extLst>
                <a:ext uri="{FF2B5EF4-FFF2-40B4-BE49-F238E27FC236}">
                  <a16:creationId xmlns:a16="http://schemas.microsoft.com/office/drawing/2014/main" id="{728D8DAC-7377-4510-7121-8CD0C52F6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6511777" y="18356709"/>
              <a:ext cx="1489396" cy="1489396"/>
            </a:xfrm>
            <a:prstGeom prst="rect">
              <a:avLst/>
            </a:prstGeom>
          </p:spPr>
        </p:pic>
      </p:grpSp>
      <p:sp>
        <p:nvSpPr>
          <p:cNvPr id="138" name="Minus Sign 137">
            <a:extLst>
              <a:ext uri="{FF2B5EF4-FFF2-40B4-BE49-F238E27FC236}">
                <a16:creationId xmlns:a16="http://schemas.microsoft.com/office/drawing/2014/main" id="{C48D16BE-8A2E-3ACD-419B-BB62C0A67363}"/>
              </a:ext>
            </a:extLst>
          </p:cNvPr>
          <p:cNvSpPr/>
          <p:nvPr/>
        </p:nvSpPr>
        <p:spPr>
          <a:xfrm rot="2461338">
            <a:off x="25800995" y="18645329"/>
            <a:ext cx="4601827" cy="763631"/>
          </a:xfrm>
          <a:prstGeom prst="mathMinus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E2729AB-7D31-09EC-B6D4-DD02446E99F7}"/>
              </a:ext>
            </a:extLst>
          </p:cNvPr>
          <p:cNvGrpSpPr/>
          <p:nvPr/>
        </p:nvGrpSpPr>
        <p:grpSpPr>
          <a:xfrm>
            <a:off x="20892445" y="18037170"/>
            <a:ext cx="8251657" cy="2105025"/>
            <a:chOff x="20920154" y="17681571"/>
            <a:chExt cx="8251657" cy="2105025"/>
          </a:xfrm>
        </p:grpSpPr>
        <p:sp>
          <p:nvSpPr>
            <p:cNvPr id="99" name="Arrow: Right 98">
              <a:extLst>
                <a:ext uri="{FF2B5EF4-FFF2-40B4-BE49-F238E27FC236}">
                  <a16:creationId xmlns:a16="http://schemas.microsoft.com/office/drawing/2014/main" id="{9BFB6834-0C7D-E9A4-ED0F-4C588162AC49}"/>
                </a:ext>
              </a:extLst>
            </p:cNvPr>
            <p:cNvSpPr/>
            <p:nvPr/>
          </p:nvSpPr>
          <p:spPr>
            <a:xfrm>
              <a:off x="24851915" y="18210209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8D3338D0-9143-5ED2-2FAA-962AD88F8957}"/>
                </a:ext>
              </a:extLst>
            </p:cNvPr>
            <p:cNvGrpSpPr/>
            <p:nvPr/>
          </p:nvGrpSpPr>
          <p:grpSpPr>
            <a:xfrm>
              <a:off x="21995031" y="17702978"/>
              <a:ext cx="2427822" cy="1996402"/>
              <a:chOff x="26375777" y="17930059"/>
              <a:chExt cx="3573819" cy="2536825"/>
            </a:xfrm>
          </p:grpSpPr>
          <p:pic>
            <p:nvPicPr>
              <p:cNvPr id="133" name="Graphic 132" descr="Lock outline">
                <a:extLst>
                  <a:ext uri="{FF2B5EF4-FFF2-40B4-BE49-F238E27FC236}">
                    <a16:creationId xmlns:a16="http://schemas.microsoft.com/office/drawing/2014/main" id="{A193D7A6-EA2C-4556-C775-0E301B7079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8272839" y="18405511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34" name="Graphic 133" descr="Document with solid fill">
                <a:extLst>
                  <a:ext uri="{FF2B5EF4-FFF2-40B4-BE49-F238E27FC236}">
                    <a16:creationId xmlns:a16="http://schemas.microsoft.com/office/drawing/2014/main" id="{45B2C3B3-84ED-56A1-57A4-39CBF959E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6375777" y="17930059"/>
                <a:ext cx="2536825" cy="2536825"/>
              </a:xfrm>
              <a:prstGeom prst="rect">
                <a:avLst/>
              </a:prstGeom>
            </p:spPr>
          </p:pic>
        </p:grpSp>
        <p:pic>
          <p:nvPicPr>
            <p:cNvPr id="97" name="Graphic 96" descr="Alarm Ringing outline">
              <a:extLst>
                <a:ext uri="{FF2B5EF4-FFF2-40B4-BE49-F238E27FC236}">
                  <a16:creationId xmlns:a16="http://schemas.microsoft.com/office/drawing/2014/main" id="{7DD1699D-8A5C-2C89-E485-D1DE7EA63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7066786" y="17681571"/>
              <a:ext cx="2105025" cy="2105025"/>
            </a:xfrm>
            <a:prstGeom prst="rect">
              <a:avLst/>
            </a:prstGeom>
          </p:spPr>
        </p:pic>
        <p:sp>
          <p:nvSpPr>
            <p:cNvPr id="141" name="Minus Sign 140">
              <a:extLst>
                <a:ext uri="{FF2B5EF4-FFF2-40B4-BE49-F238E27FC236}">
                  <a16:creationId xmlns:a16="http://schemas.microsoft.com/office/drawing/2014/main" id="{D1BB6AE0-ED32-E388-CB7C-69E78586C5B7}"/>
                </a:ext>
              </a:extLst>
            </p:cNvPr>
            <p:cNvSpPr/>
            <p:nvPr/>
          </p:nvSpPr>
          <p:spPr>
            <a:xfrm rot="2461338">
              <a:off x="20920154" y="18264330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779D6EF5-6E71-750C-C968-275F246CB369}"/>
              </a:ext>
            </a:extLst>
          </p:cNvPr>
          <p:cNvSpPr txBox="1"/>
          <p:nvPr/>
        </p:nvSpPr>
        <p:spPr>
          <a:xfrm>
            <a:off x="13082300" y="20255632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Read/Write ItemStore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0163D558-D9CF-EB15-A543-67E9B490F9E6}"/>
              </a:ext>
            </a:extLst>
          </p:cNvPr>
          <p:cNvSpPr txBox="1"/>
          <p:nvPr/>
        </p:nvSpPr>
        <p:spPr>
          <a:xfrm>
            <a:off x="24093343" y="8745858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Commits HostLock File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88BA0E4-2698-AA4F-33BC-437205A939A7}"/>
              </a:ext>
            </a:extLst>
          </p:cNvPr>
          <p:cNvSpPr txBox="1"/>
          <p:nvPr/>
        </p:nvSpPr>
        <p:spPr>
          <a:xfrm>
            <a:off x="22975262" y="20443592"/>
            <a:ext cx="55263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Clears lock files for the next elected leader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B8E43E1-7436-194E-48AB-E1CA8307367E}"/>
              </a:ext>
            </a:extLst>
          </p:cNvPr>
          <p:cNvSpPr txBox="1"/>
          <p:nvPr/>
        </p:nvSpPr>
        <p:spPr>
          <a:xfrm>
            <a:off x="2527706" y="20119124"/>
            <a:ext cx="3099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2000" b="1" dirty="0">
                <a:solidFill>
                  <a:schemeClr val="bg1"/>
                </a:solidFill>
              </a:rPr>
              <a:t>Host holds OS lock</a:t>
            </a:r>
            <a:endParaRPr lang="en-IE" sz="2800" b="1" dirty="0">
              <a:solidFill>
                <a:schemeClr val="bg1"/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D60B3236-5E5F-740E-7BF1-6307428B9C13}"/>
              </a:ext>
            </a:extLst>
          </p:cNvPr>
          <p:cNvSpPr txBox="1"/>
          <p:nvPr/>
        </p:nvSpPr>
        <p:spPr>
          <a:xfrm>
            <a:off x="12017069" y="6417953"/>
            <a:ext cx="7519788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1769689749.HostA-InstanceA.json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1769689809.HostA-InstanceB.json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1769689869.HostB-InstanceZ.json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1769689929.HostR-InstanceG.json</a:t>
            </a:r>
          </a:p>
          <a:p>
            <a:pPr algn="ctr"/>
            <a:r>
              <a:rPr lang="en-IE" sz="3400" b="1" dirty="0">
                <a:solidFill>
                  <a:schemeClr val="bg1"/>
                </a:solidFill>
              </a:rPr>
              <a:t>1769689989.HostA-InstanceF.json</a:t>
            </a:r>
          </a:p>
        </p:txBody>
      </p: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501" y="800101"/>
            <a:ext cx="27203400" cy="59149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23622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9501" y="362011"/>
            <a:ext cx="10949586" cy="9736592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B03D69C6-5AB3-8C83-953D-9F38BECE9452}"/>
              </a:ext>
            </a:extLst>
          </p:cNvPr>
          <p:cNvGrpSpPr/>
          <p:nvPr/>
        </p:nvGrpSpPr>
        <p:grpSpPr>
          <a:xfrm>
            <a:off x="457200" y="3674793"/>
            <a:ext cx="29664648" cy="15504268"/>
            <a:chOff x="457200" y="3674793"/>
            <a:chExt cx="29664648" cy="15504268"/>
          </a:xfrm>
        </p:grpSpPr>
        <p:sp>
          <p:nvSpPr>
            <p:cNvPr id="67" name="Flowchart: Alternate Process 6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49381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69" name="Flowchart: Alternate Process 68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6896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70" name="Flowchart: Alternate Process 69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88681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71" name="Flowchart: Alternate Process 70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46081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72" name="Flowchart: Alternate Process 71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46081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4572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74" name="Flowchart: Alternate Process 73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27271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70841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37195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10" name="Picture 109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11" name="Picture 110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94894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57400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80" name="Flowchart: Alternate Process 79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41970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110566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82" name="Flowchart: Alternate Process 81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117042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83" name="Flowchart: Alternate Process 82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78047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84" name="Flowchart: Alternate Process 83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78021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85" name="Flowchart: Alternate Process 84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77866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103657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54493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104212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78135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32467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65812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309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5268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93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109761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94707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33067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2782CEDF-48E0-DC6D-4FDE-A93D25E4CB66}"/>
                </a:ext>
              </a:extLst>
            </p:cNvPr>
            <p:cNvCxnSpPr>
              <a:cxnSpLocks/>
            </p:cNvCxnSpPr>
            <p:nvPr/>
          </p:nvCxnSpPr>
          <p:spPr>
            <a:xfrm>
              <a:off x="191841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00" name="Flowchart: Alternate Process 99">
              <a:extLst>
                <a:ext uri="{FF2B5EF4-FFF2-40B4-BE49-F238E27FC236}">
                  <a16:creationId xmlns:a16="http://schemas.microsoft.com/office/drawing/2014/main" id="{379E5716-44F9-217D-7057-25472C17C9CB}"/>
                </a:ext>
              </a:extLst>
            </p:cNvPr>
            <p:cNvSpPr/>
            <p:nvPr/>
          </p:nvSpPr>
          <p:spPr>
            <a:xfrm>
              <a:off x="199623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01" name="Flowchart: Alternate Process 100">
              <a:extLst>
                <a:ext uri="{FF2B5EF4-FFF2-40B4-BE49-F238E27FC236}">
                  <a16:creationId xmlns:a16="http://schemas.microsoft.com/office/drawing/2014/main" id="{3FC73BDB-F6A4-9715-6012-AB532D7F75A2}"/>
                </a:ext>
              </a:extLst>
            </p:cNvPr>
            <p:cNvSpPr/>
            <p:nvPr/>
          </p:nvSpPr>
          <p:spPr>
            <a:xfrm>
              <a:off x="261867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02" name="Flowchart: Alternate Process 101">
              <a:extLst>
                <a:ext uri="{FF2B5EF4-FFF2-40B4-BE49-F238E27FC236}">
                  <a16:creationId xmlns:a16="http://schemas.microsoft.com/office/drawing/2014/main" id="{D29C3517-468F-9D6D-C10E-7C6B81F1385A}"/>
                </a:ext>
              </a:extLst>
            </p:cNvPr>
            <p:cNvSpPr/>
            <p:nvPr/>
          </p:nvSpPr>
          <p:spPr>
            <a:xfrm>
              <a:off x="261841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03" name="Flowchart: Alternate Process 102">
              <a:extLst>
                <a:ext uri="{FF2B5EF4-FFF2-40B4-BE49-F238E27FC236}">
                  <a16:creationId xmlns:a16="http://schemas.microsoft.com/office/drawing/2014/main" id="{29563104-C295-F9B5-0754-757E84BF7BA5}"/>
                </a:ext>
              </a:extLst>
            </p:cNvPr>
            <p:cNvSpPr/>
            <p:nvPr/>
          </p:nvSpPr>
          <p:spPr>
            <a:xfrm>
              <a:off x="261686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1C367444-4EAB-AF64-AD89-C048A3291A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129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E4093E88-63DC-8284-7DB4-514FFD260FD4}"/>
                </a:ext>
              </a:extLst>
            </p:cNvPr>
            <p:cNvCxnSpPr>
              <a:cxnSpLocks/>
            </p:cNvCxnSpPr>
            <p:nvPr/>
          </p:nvCxnSpPr>
          <p:spPr>
            <a:xfrm>
              <a:off x="249317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6449A0EC-92C6-A8EA-A811-7DCBAF93A55A}"/>
                </a:ext>
              </a:extLst>
            </p:cNvPr>
            <p:cNvCxnSpPr>
              <a:cxnSpLocks/>
            </p:cNvCxnSpPr>
            <p:nvPr/>
          </p:nvCxnSpPr>
          <p:spPr>
            <a:xfrm>
              <a:off x="249560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577" y="155291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664" y="15060535"/>
            <a:ext cx="5019858" cy="277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3721</TotalTime>
  <Words>634</Words>
  <Application>Microsoft Office PowerPoint</Application>
  <PresentationFormat>Custom</PresentationFormat>
  <Paragraphs>199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279</cp:revision>
  <dcterms:created xsi:type="dcterms:W3CDTF">2025-07-22T15:08:42Z</dcterms:created>
  <dcterms:modified xsi:type="dcterms:W3CDTF">2026-02-11T18:58:14Z</dcterms:modified>
</cp:coreProperties>
</file>