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259" r:id="rId2"/>
    <p:sldId id="264" r:id="rId3"/>
    <p:sldId id="262" r:id="rId4"/>
    <p:sldId id="260" r:id="rId5"/>
    <p:sldId id="261" r:id="rId6"/>
    <p:sldId id="263" r:id="rId7"/>
    <p:sldId id="258" r:id="rId8"/>
    <p:sldId id="256" r:id="rId9"/>
  </p:sldIdLst>
  <p:sldSz cx="18000663" cy="16200438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00020"/>
    <a:srgbClr val="800020"/>
    <a:srgbClr val="984A5B"/>
    <a:srgbClr val="4E262F"/>
    <a:srgbClr val="B56576"/>
    <a:srgbClr val="A55163"/>
    <a:srgbClr val="522831"/>
    <a:srgbClr val="4A4A69"/>
    <a:srgbClr val="3B3B98"/>
    <a:srgbClr val="2A2A7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02" autoAdjust="0"/>
    <p:restoredTop sz="95706" autoAdjust="0"/>
  </p:normalViewPr>
  <p:slideViewPr>
    <p:cSldViewPr snapToGrid="0">
      <p:cViewPr varScale="1">
        <p:scale>
          <a:sx n="35" d="100"/>
          <a:sy n="35" d="100"/>
        </p:scale>
        <p:origin x="1824" y="5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AD77AFE8-5B80-4FD9-ACBE-C7D752115AD9}" type="doc">
      <dgm:prSet loTypeId="urn:microsoft.com/office/officeart/2009/layout/CircleArrowProcess" loCatId="cycle" qsTypeId="urn:microsoft.com/office/officeart/2005/8/quickstyle/3d1" qsCatId="3D" csTypeId="urn:microsoft.com/office/officeart/2005/8/colors/colorful1" csCatId="colorful" phldr="1"/>
      <dgm:spPr/>
      <dgm:t>
        <a:bodyPr/>
        <a:lstStyle/>
        <a:p>
          <a:endParaRPr lang="en-IE"/>
        </a:p>
      </dgm:t>
    </dgm:pt>
    <dgm:pt modelId="{4725363A-B69F-4FF0-AC74-23D7A1D4A150}">
      <dgm:prSet phldrT="[Text]" custT="1"/>
      <dgm:spPr/>
      <dgm:t>
        <a:bodyPr/>
        <a:lstStyle/>
        <a:p>
          <a:r>
            <a:rPr lang="en-IE" sz="3200" b="1" dirty="0" err="1"/>
            <a:t>ToDo</a:t>
          </a:r>
          <a:endParaRPr lang="en-IE" sz="3600" b="1" dirty="0"/>
        </a:p>
      </dgm:t>
    </dgm:pt>
    <dgm:pt modelId="{F7930E47-A171-44BB-99E0-4C749D9FF695}" type="parTrans" cxnId="{5471D4F0-C758-4091-B075-83832B982B4D}">
      <dgm:prSet/>
      <dgm:spPr/>
      <dgm:t>
        <a:bodyPr/>
        <a:lstStyle/>
        <a:p>
          <a:endParaRPr lang="en-IE"/>
        </a:p>
      </dgm:t>
    </dgm:pt>
    <dgm:pt modelId="{D513AA3E-9B9B-4AA4-87D8-CFFF650F815A}" type="sibTrans" cxnId="{5471D4F0-C758-4091-B075-83832B982B4D}">
      <dgm:prSet/>
      <dgm:spPr/>
      <dgm:t>
        <a:bodyPr/>
        <a:lstStyle/>
        <a:p>
          <a:endParaRPr lang="en-IE"/>
        </a:p>
      </dgm:t>
    </dgm:pt>
    <dgm:pt modelId="{DFC53582-58F9-4F3D-B75A-A00A5F4DA501}">
      <dgm:prSet phldrT="[Text]" custT="1"/>
      <dgm:spPr/>
      <dgm:t>
        <a:bodyPr/>
        <a:lstStyle/>
        <a:p>
          <a:r>
            <a:rPr lang="en-IE" sz="3200" b="1" dirty="0"/>
            <a:t>Locked</a:t>
          </a:r>
          <a:endParaRPr lang="en-IE" sz="3600" b="1" dirty="0"/>
        </a:p>
      </dgm:t>
    </dgm:pt>
    <dgm:pt modelId="{7FF46F2C-C396-4A15-A2B3-2E6DD1777535}" type="parTrans" cxnId="{EB9AEC57-954F-41DF-9489-4ED1358C5B41}">
      <dgm:prSet/>
      <dgm:spPr/>
      <dgm:t>
        <a:bodyPr/>
        <a:lstStyle/>
        <a:p>
          <a:endParaRPr lang="en-IE"/>
        </a:p>
      </dgm:t>
    </dgm:pt>
    <dgm:pt modelId="{1A3F3FEB-3B95-476C-B3E4-A78F6327E282}" type="sibTrans" cxnId="{EB9AEC57-954F-41DF-9489-4ED1358C5B41}">
      <dgm:prSet/>
      <dgm:spPr/>
      <dgm:t>
        <a:bodyPr/>
        <a:lstStyle/>
        <a:p>
          <a:endParaRPr lang="en-IE"/>
        </a:p>
      </dgm:t>
    </dgm:pt>
    <dgm:pt modelId="{82B2E3DA-6C6C-4017-BB49-39C721A45AC6}">
      <dgm:prSet phldrT="[Text]" custT="1"/>
      <dgm:spPr/>
      <dgm:t>
        <a:bodyPr/>
        <a:lstStyle/>
        <a:p>
          <a:r>
            <a:rPr lang="en-IE" sz="3200" b="1" dirty="0"/>
            <a:t>Done/Error</a:t>
          </a:r>
        </a:p>
      </dgm:t>
    </dgm:pt>
    <dgm:pt modelId="{571235EE-29BB-405D-ABC1-9078F1CFCAE1}" type="parTrans" cxnId="{0753B9B9-F54C-459B-BCA9-AE569D4D9D24}">
      <dgm:prSet/>
      <dgm:spPr/>
      <dgm:t>
        <a:bodyPr/>
        <a:lstStyle/>
        <a:p>
          <a:endParaRPr lang="en-IE"/>
        </a:p>
      </dgm:t>
    </dgm:pt>
    <dgm:pt modelId="{A5DEDA01-4554-443A-8154-382507D608B3}" type="sibTrans" cxnId="{0753B9B9-F54C-459B-BCA9-AE569D4D9D24}">
      <dgm:prSet/>
      <dgm:spPr/>
      <dgm:t>
        <a:bodyPr/>
        <a:lstStyle/>
        <a:p>
          <a:endParaRPr lang="en-IE"/>
        </a:p>
      </dgm:t>
    </dgm:pt>
    <dgm:pt modelId="{DC7235EC-DAE7-4F50-B016-999E9E528E8F}" type="pres">
      <dgm:prSet presAssocID="{AD77AFE8-5B80-4FD9-ACBE-C7D752115AD9}" presName="Name0" presStyleCnt="0">
        <dgm:presLayoutVars>
          <dgm:chMax val="7"/>
          <dgm:chPref val="7"/>
          <dgm:dir/>
          <dgm:animLvl val="lvl"/>
        </dgm:presLayoutVars>
      </dgm:prSet>
      <dgm:spPr/>
    </dgm:pt>
    <dgm:pt modelId="{01F4B4D2-4D9A-4E50-963F-14A681614191}" type="pres">
      <dgm:prSet presAssocID="{4725363A-B69F-4FF0-AC74-23D7A1D4A150}" presName="Accent1" presStyleCnt="0"/>
      <dgm:spPr/>
    </dgm:pt>
    <dgm:pt modelId="{30AB2770-B492-48AD-84C5-695BDA28E134}" type="pres">
      <dgm:prSet presAssocID="{4725363A-B69F-4FF0-AC74-23D7A1D4A150}" presName="Accent" presStyleLbl="node1" presStyleIdx="0" presStyleCnt="3"/>
      <dgm:spPr>
        <a:ln w="57150">
          <a:solidFill>
            <a:schemeClr val="tx1"/>
          </a:solidFill>
        </a:ln>
      </dgm:spPr>
    </dgm:pt>
    <dgm:pt modelId="{37706D51-2842-4F8A-80D2-54D86E34456B}" type="pres">
      <dgm:prSet presAssocID="{4725363A-B69F-4FF0-AC74-23D7A1D4A150}" presName="Parent1" presStyleLbl="revTx" presStyleIdx="0" presStyleCnt="3">
        <dgm:presLayoutVars>
          <dgm:chMax val="1"/>
          <dgm:chPref val="1"/>
          <dgm:bulletEnabled val="1"/>
        </dgm:presLayoutVars>
      </dgm:prSet>
      <dgm:spPr/>
    </dgm:pt>
    <dgm:pt modelId="{606FEBF6-ACE7-4AF8-B41C-B0C7ED28D7A7}" type="pres">
      <dgm:prSet presAssocID="{DFC53582-58F9-4F3D-B75A-A00A5F4DA501}" presName="Accent2" presStyleCnt="0"/>
      <dgm:spPr/>
    </dgm:pt>
    <dgm:pt modelId="{668DC389-6720-4236-8011-BFAB07D2AE6E}" type="pres">
      <dgm:prSet presAssocID="{DFC53582-58F9-4F3D-B75A-A00A5F4DA501}" presName="Accent" presStyleLbl="node1" presStyleIdx="1" presStyleCnt="3"/>
      <dgm:spPr>
        <a:ln w="57150">
          <a:solidFill>
            <a:schemeClr val="tx1"/>
          </a:solidFill>
        </a:ln>
      </dgm:spPr>
    </dgm:pt>
    <dgm:pt modelId="{1EF67315-41CD-4E1F-B065-C474DA2F6D76}" type="pres">
      <dgm:prSet presAssocID="{DFC53582-58F9-4F3D-B75A-A00A5F4DA501}" presName="Parent2" presStyleLbl="revTx" presStyleIdx="1" presStyleCnt="3">
        <dgm:presLayoutVars>
          <dgm:chMax val="1"/>
          <dgm:chPref val="1"/>
          <dgm:bulletEnabled val="1"/>
        </dgm:presLayoutVars>
      </dgm:prSet>
      <dgm:spPr/>
    </dgm:pt>
    <dgm:pt modelId="{65B900D4-05FC-4429-A661-2DA5F4F67EE0}" type="pres">
      <dgm:prSet presAssocID="{82B2E3DA-6C6C-4017-BB49-39C721A45AC6}" presName="Accent3" presStyleCnt="0"/>
      <dgm:spPr/>
    </dgm:pt>
    <dgm:pt modelId="{19D1F821-3860-4F77-A074-BB6401E6326E}" type="pres">
      <dgm:prSet presAssocID="{82B2E3DA-6C6C-4017-BB49-39C721A45AC6}" presName="Accent" presStyleLbl="node1" presStyleIdx="2" presStyleCnt="3"/>
      <dgm:spPr>
        <a:ln w="57150">
          <a:solidFill>
            <a:schemeClr val="tx1"/>
          </a:solidFill>
        </a:ln>
      </dgm:spPr>
    </dgm:pt>
    <dgm:pt modelId="{FA32A094-D9B4-4A76-8D4C-335142121065}" type="pres">
      <dgm:prSet presAssocID="{82B2E3DA-6C6C-4017-BB49-39C721A45AC6}" presName="Parent3" presStyleLbl="revTx" presStyleIdx="2" presStyleCnt="3">
        <dgm:presLayoutVars>
          <dgm:chMax val="1"/>
          <dgm:chPref val="1"/>
          <dgm:bulletEnabled val="1"/>
        </dgm:presLayoutVars>
      </dgm:prSet>
      <dgm:spPr/>
    </dgm:pt>
  </dgm:ptLst>
  <dgm:cxnLst>
    <dgm:cxn modelId="{F4D5153A-41B4-4DF8-863A-9B2CF56D9FEC}" type="presOf" srcId="{82B2E3DA-6C6C-4017-BB49-39C721A45AC6}" destId="{FA32A094-D9B4-4A76-8D4C-335142121065}" srcOrd="0" destOrd="0" presId="urn:microsoft.com/office/officeart/2009/layout/CircleArrowProcess"/>
    <dgm:cxn modelId="{EB9AEC57-954F-41DF-9489-4ED1358C5B41}" srcId="{AD77AFE8-5B80-4FD9-ACBE-C7D752115AD9}" destId="{DFC53582-58F9-4F3D-B75A-A00A5F4DA501}" srcOrd="1" destOrd="0" parTransId="{7FF46F2C-C396-4A15-A2B3-2E6DD1777535}" sibTransId="{1A3F3FEB-3B95-476C-B3E4-A78F6327E282}"/>
    <dgm:cxn modelId="{2A893E82-CD69-4576-A463-31CD685214CF}" type="presOf" srcId="{4725363A-B69F-4FF0-AC74-23D7A1D4A150}" destId="{37706D51-2842-4F8A-80D2-54D86E34456B}" srcOrd="0" destOrd="0" presId="urn:microsoft.com/office/officeart/2009/layout/CircleArrowProcess"/>
    <dgm:cxn modelId="{0753B9B9-F54C-459B-BCA9-AE569D4D9D24}" srcId="{AD77AFE8-5B80-4FD9-ACBE-C7D752115AD9}" destId="{82B2E3DA-6C6C-4017-BB49-39C721A45AC6}" srcOrd="2" destOrd="0" parTransId="{571235EE-29BB-405D-ABC1-9078F1CFCAE1}" sibTransId="{A5DEDA01-4554-443A-8154-382507D608B3}"/>
    <dgm:cxn modelId="{2CE083BE-9DAB-4202-B4EA-89E927E28510}" type="presOf" srcId="{DFC53582-58F9-4F3D-B75A-A00A5F4DA501}" destId="{1EF67315-41CD-4E1F-B065-C474DA2F6D76}" srcOrd="0" destOrd="0" presId="urn:microsoft.com/office/officeart/2009/layout/CircleArrowProcess"/>
    <dgm:cxn modelId="{1B5038D8-DE7B-4465-B919-D84C22F902C7}" type="presOf" srcId="{AD77AFE8-5B80-4FD9-ACBE-C7D752115AD9}" destId="{DC7235EC-DAE7-4F50-B016-999E9E528E8F}" srcOrd="0" destOrd="0" presId="urn:microsoft.com/office/officeart/2009/layout/CircleArrowProcess"/>
    <dgm:cxn modelId="{5471D4F0-C758-4091-B075-83832B982B4D}" srcId="{AD77AFE8-5B80-4FD9-ACBE-C7D752115AD9}" destId="{4725363A-B69F-4FF0-AC74-23D7A1D4A150}" srcOrd="0" destOrd="0" parTransId="{F7930E47-A171-44BB-99E0-4C749D9FF695}" sibTransId="{D513AA3E-9B9B-4AA4-87D8-CFFF650F815A}"/>
    <dgm:cxn modelId="{5803C2A3-28FB-45C2-AD89-817509F98779}" type="presParOf" srcId="{DC7235EC-DAE7-4F50-B016-999E9E528E8F}" destId="{01F4B4D2-4D9A-4E50-963F-14A681614191}" srcOrd="0" destOrd="0" presId="urn:microsoft.com/office/officeart/2009/layout/CircleArrowProcess"/>
    <dgm:cxn modelId="{383EEC82-5719-40A3-91DB-F8244E54E50A}" type="presParOf" srcId="{01F4B4D2-4D9A-4E50-963F-14A681614191}" destId="{30AB2770-B492-48AD-84C5-695BDA28E134}" srcOrd="0" destOrd="0" presId="urn:microsoft.com/office/officeart/2009/layout/CircleArrowProcess"/>
    <dgm:cxn modelId="{4334CCDE-68B8-4EDB-BF84-4B5E4C654668}" type="presParOf" srcId="{DC7235EC-DAE7-4F50-B016-999E9E528E8F}" destId="{37706D51-2842-4F8A-80D2-54D86E34456B}" srcOrd="1" destOrd="0" presId="urn:microsoft.com/office/officeart/2009/layout/CircleArrowProcess"/>
    <dgm:cxn modelId="{68AE6C51-DA5C-44CD-BA10-CDAFC42A789A}" type="presParOf" srcId="{DC7235EC-DAE7-4F50-B016-999E9E528E8F}" destId="{606FEBF6-ACE7-4AF8-B41C-B0C7ED28D7A7}" srcOrd="2" destOrd="0" presId="urn:microsoft.com/office/officeart/2009/layout/CircleArrowProcess"/>
    <dgm:cxn modelId="{1AC86658-2F7A-4CF0-8F66-5227A407259A}" type="presParOf" srcId="{606FEBF6-ACE7-4AF8-B41C-B0C7ED28D7A7}" destId="{668DC389-6720-4236-8011-BFAB07D2AE6E}" srcOrd="0" destOrd="0" presId="urn:microsoft.com/office/officeart/2009/layout/CircleArrowProcess"/>
    <dgm:cxn modelId="{CA7D2F86-64D8-461F-9C4C-C81417977E39}" type="presParOf" srcId="{DC7235EC-DAE7-4F50-B016-999E9E528E8F}" destId="{1EF67315-41CD-4E1F-B065-C474DA2F6D76}" srcOrd="3" destOrd="0" presId="urn:microsoft.com/office/officeart/2009/layout/CircleArrowProcess"/>
    <dgm:cxn modelId="{2F16EF9E-6043-4120-94FA-86E4C6A30423}" type="presParOf" srcId="{DC7235EC-DAE7-4F50-B016-999E9E528E8F}" destId="{65B900D4-05FC-4429-A661-2DA5F4F67EE0}" srcOrd="4" destOrd="0" presId="urn:microsoft.com/office/officeart/2009/layout/CircleArrowProcess"/>
    <dgm:cxn modelId="{77B485DA-1AC2-4F6C-A505-9CBB0E452CDF}" type="presParOf" srcId="{65B900D4-05FC-4429-A661-2DA5F4F67EE0}" destId="{19D1F821-3860-4F77-A074-BB6401E6326E}" srcOrd="0" destOrd="0" presId="urn:microsoft.com/office/officeart/2009/layout/CircleArrowProcess"/>
    <dgm:cxn modelId="{A53F0B68-7682-4F33-A2A3-576210BFA154}" type="presParOf" srcId="{DC7235EC-DAE7-4F50-B016-999E9E528E8F}" destId="{FA32A094-D9B4-4A76-8D4C-335142121065}" srcOrd="5" destOrd="0" presId="urn:microsoft.com/office/officeart/2009/layout/CircleArrowProcess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7536D2AB-18D2-4540-86EF-97DAA68F47BD}" type="doc">
      <dgm:prSet loTypeId="urn:microsoft.com/office/officeart/2005/8/layout/process4" loCatId="process" qsTypeId="urn:microsoft.com/office/officeart/2005/8/quickstyle/3d1" qsCatId="3D" csTypeId="urn:microsoft.com/office/officeart/2005/8/colors/accent1_2" csCatId="accent1" phldr="1"/>
      <dgm:spPr/>
      <dgm:t>
        <a:bodyPr/>
        <a:lstStyle/>
        <a:p>
          <a:endParaRPr lang="en-IE"/>
        </a:p>
      </dgm:t>
    </dgm:pt>
    <dgm:pt modelId="{A147FCF5-872C-402E-8FFA-7F62F8AEC165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Workflow Orchestration</a:t>
          </a:r>
        </a:p>
      </dgm:t>
    </dgm:pt>
    <dgm:pt modelId="{023FA848-FBA0-4C53-878C-D0304385935A}" type="parTrans" cxnId="{8B432C63-7580-4035-9DEC-014222462859}">
      <dgm:prSet/>
      <dgm:spPr/>
      <dgm:t>
        <a:bodyPr/>
        <a:lstStyle/>
        <a:p>
          <a:endParaRPr lang="en-IE"/>
        </a:p>
      </dgm:t>
    </dgm:pt>
    <dgm:pt modelId="{A9E9F8DD-5CCA-40F8-A82E-6599C0DAC405}" type="sibTrans" cxnId="{8B432C63-7580-4035-9DEC-014222462859}">
      <dgm:prSet/>
      <dgm:spPr/>
      <dgm:t>
        <a:bodyPr/>
        <a:lstStyle/>
        <a:p>
          <a:endParaRPr lang="en-IE"/>
        </a:p>
      </dgm:t>
    </dgm:pt>
    <dgm:pt modelId="{C9D27329-5219-4575-8C28-F198FA7C7E21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Bioinformatic workflow</a:t>
          </a:r>
        </a:p>
      </dgm:t>
    </dgm:pt>
    <dgm:pt modelId="{4DC991F5-7EAA-42B5-9763-B81A6440FC1D}" type="parTrans" cxnId="{93CA0631-D0E1-4549-B58F-5AEAAB69B0A6}">
      <dgm:prSet/>
      <dgm:spPr/>
      <dgm:t>
        <a:bodyPr/>
        <a:lstStyle/>
        <a:p>
          <a:endParaRPr lang="en-IE"/>
        </a:p>
      </dgm:t>
    </dgm:pt>
    <dgm:pt modelId="{11CC70F2-8FA3-4E4E-83A1-23C4FE696FBD}" type="sibTrans" cxnId="{93CA0631-D0E1-4549-B58F-5AEAAB69B0A6}">
      <dgm:prSet/>
      <dgm:spPr/>
      <dgm:t>
        <a:bodyPr/>
        <a:lstStyle/>
        <a:p>
          <a:endParaRPr lang="en-IE"/>
        </a:p>
      </dgm:t>
    </dgm:pt>
    <dgm:pt modelId="{0E7A854B-37EA-407C-A97F-3A739191418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workflow orchestration across pilots</a:t>
          </a:r>
        </a:p>
      </dgm:t>
    </dgm:pt>
    <dgm:pt modelId="{AF30101B-D9D7-4112-A369-FBA7968528B2}" type="parTrans" cxnId="{BCDBDB62-C3B5-49C6-97FA-E967A4F76A6C}">
      <dgm:prSet/>
      <dgm:spPr/>
      <dgm:t>
        <a:bodyPr/>
        <a:lstStyle/>
        <a:p>
          <a:endParaRPr lang="en-IE"/>
        </a:p>
      </dgm:t>
    </dgm:pt>
    <dgm:pt modelId="{711A1785-5017-41F7-B6D5-1B80308B8FF2}" type="sibTrans" cxnId="{BCDBDB62-C3B5-49C6-97FA-E967A4F76A6C}">
      <dgm:prSet/>
      <dgm:spPr/>
      <dgm:t>
        <a:bodyPr/>
        <a:lstStyle/>
        <a:p>
          <a:endParaRPr lang="en-IE"/>
        </a:p>
      </dgm:t>
    </dgm:pt>
    <dgm:pt modelId="{4D999CEA-99A2-40B3-ACFE-2DDA830830D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Task Binding</a:t>
          </a:r>
        </a:p>
      </dgm:t>
    </dgm:pt>
    <dgm:pt modelId="{63D0C301-A3D8-4900-A21C-4D4CA4636897}" type="parTrans" cxnId="{666E48F8-172A-4B9D-8257-4FB3F5D02377}">
      <dgm:prSet/>
      <dgm:spPr/>
      <dgm:t>
        <a:bodyPr/>
        <a:lstStyle/>
        <a:p>
          <a:endParaRPr lang="en-IE"/>
        </a:p>
      </dgm:t>
    </dgm:pt>
    <dgm:pt modelId="{F78658CE-FCEA-4831-A7C9-BF133CDED4D9}" type="sibTrans" cxnId="{666E48F8-172A-4B9D-8257-4FB3F5D02377}">
      <dgm:prSet/>
      <dgm:spPr/>
      <dgm:t>
        <a:bodyPr/>
        <a:lstStyle/>
        <a:p>
          <a:endParaRPr lang="en-IE"/>
        </a:p>
      </dgm:t>
    </dgm:pt>
    <dgm:pt modelId="{475C2055-1A5C-4F93-BCF0-4362192FEDE2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Serialized function runner</a:t>
          </a:r>
        </a:p>
      </dgm:t>
    </dgm:pt>
    <dgm:pt modelId="{57C885D4-B9D5-44AF-BA3E-95F85B0C4C85}" type="parTrans" cxnId="{B95C229C-BFA4-4E7F-809D-E96E94AB46B1}">
      <dgm:prSet/>
      <dgm:spPr/>
      <dgm:t>
        <a:bodyPr/>
        <a:lstStyle/>
        <a:p>
          <a:endParaRPr lang="en-IE"/>
        </a:p>
      </dgm:t>
    </dgm:pt>
    <dgm:pt modelId="{B58CF49D-66C4-492C-A689-EEBD464FF5AB}" type="sibTrans" cxnId="{B95C229C-BFA4-4E7F-809D-E96E94AB46B1}">
      <dgm:prSet/>
      <dgm:spPr/>
      <dgm:t>
        <a:bodyPr/>
        <a:lstStyle/>
        <a:p>
          <a:endParaRPr lang="en-IE"/>
        </a:p>
      </dgm:t>
    </dgm:pt>
    <dgm:pt modelId="{4F50E452-5834-4018-8DFF-B75D124C036A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Validates explicit binding semantics (early vs late)</a:t>
          </a:r>
        </a:p>
      </dgm:t>
    </dgm:pt>
    <dgm:pt modelId="{DB41BBB4-9AA8-49FB-AEE9-BDB37221A1CC}" type="parTrans" cxnId="{660948F6-410D-460D-81D5-714AFD1D381D}">
      <dgm:prSet/>
      <dgm:spPr/>
      <dgm:t>
        <a:bodyPr/>
        <a:lstStyle/>
        <a:p>
          <a:endParaRPr lang="en-IE"/>
        </a:p>
      </dgm:t>
    </dgm:pt>
    <dgm:pt modelId="{2B9FE0FB-368C-4C11-8492-76D40C878944}" type="sibTrans" cxnId="{660948F6-410D-460D-81D5-714AFD1D381D}">
      <dgm:prSet/>
      <dgm:spPr/>
      <dgm:t>
        <a:bodyPr/>
        <a:lstStyle/>
        <a:p>
          <a:endParaRPr lang="en-IE"/>
        </a:p>
      </dgm:t>
    </dgm:pt>
    <dgm:pt modelId="{A50E33B6-DC31-4625-B7FA-95FFDF7345DB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4800" b="1" dirty="0"/>
            <a:t>Deployment</a:t>
          </a:r>
          <a:endParaRPr lang="en-IE" sz="4000" b="1" dirty="0"/>
        </a:p>
      </dgm:t>
    </dgm:pt>
    <dgm:pt modelId="{A7AB8128-93C5-4A74-8036-EF7B01CFFEE9}" type="parTrans" cxnId="{959C6A08-27DF-47D6-9B66-DA641F7D940E}">
      <dgm:prSet/>
      <dgm:spPr/>
      <dgm:t>
        <a:bodyPr/>
        <a:lstStyle/>
        <a:p>
          <a:endParaRPr lang="en-IE"/>
        </a:p>
      </dgm:t>
    </dgm:pt>
    <dgm:pt modelId="{736A49DB-336A-4637-ACEC-4A4F70A87822}" type="sibTrans" cxnId="{959C6A08-27DF-47D6-9B66-DA641F7D940E}">
      <dgm:prSet/>
      <dgm:spPr/>
      <dgm:t>
        <a:bodyPr/>
        <a:lstStyle/>
        <a:p>
          <a:endParaRPr lang="en-IE"/>
        </a:p>
      </dgm:t>
    </dgm:pt>
    <dgm:pt modelId="{1550EBB1-3E8A-4444-A1CB-728671E739D9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AI play time optimizer</a:t>
          </a:r>
        </a:p>
      </dgm:t>
    </dgm:pt>
    <dgm:pt modelId="{32899119-31C1-4B31-8ECF-4586BABA58D4}" type="parTrans" cxnId="{ED435997-8F2D-4DBD-ABF8-B74B739979B0}">
      <dgm:prSet/>
      <dgm:spPr/>
      <dgm:t>
        <a:bodyPr/>
        <a:lstStyle/>
        <a:p>
          <a:endParaRPr lang="en-IE"/>
        </a:p>
      </dgm:t>
    </dgm:pt>
    <dgm:pt modelId="{9B5E1A06-E163-4B01-A622-E03D5AFA8104}" type="sibTrans" cxnId="{ED435997-8F2D-4DBD-ABF8-B74B739979B0}">
      <dgm:prSet/>
      <dgm:spPr/>
      <dgm:t>
        <a:bodyPr/>
        <a:lstStyle/>
        <a:p>
          <a:endParaRPr lang="en-IE"/>
        </a:p>
      </dgm:t>
    </dgm:pt>
    <dgm:pt modelId="{F87B134D-0DC2-4772-90D6-BABD7BD5BC76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Validate containerized workloads</a:t>
          </a:r>
        </a:p>
      </dgm:t>
    </dgm:pt>
    <dgm:pt modelId="{2E6F75F3-F662-4A68-9323-758B5EFFF8B7}" type="parTrans" cxnId="{C12C3EC6-91DA-4D90-BA1A-0D2BDB5392CD}">
      <dgm:prSet/>
      <dgm:spPr/>
      <dgm:t>
        <a:bodyPr/>
        <a:lstStyle/>
        <a:p>
          <a:endParaRPr lang="en-IE"/>
        </a:p>
      </dgm:t>
    </dgm:pt>
    <dgm:pt modelId="{0A75DA54-DE29-44C8-8B8A-7569270B07DC}" type="sibTrans" cxnId="{C12C3EC6-91DA-4D90-BA1A-0D2BDB5392CD}">
      <dgm:prSet/>
      <dgm:spPr/>
      <dgm:t>
        <a:bodyPr/>
        <a:lstStyle/>
        <a:p>
          <a:endParaRPr lang="en-IE"/>
        </a:p>
      </dgm:t>
    </dgm:pt>
    <dgm:pt modelId="{28E7254B-914D-454C-9420-190BF7BC8B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Job environment               attached to tasks</a:t>
          </a:r>
        </a:p>
      </dgm:t>
    </dgm:pt>
    <dgm:pt modelId="{8F0A91F8-582C-4A33-8B33-F4735279C0A7}" type="parTrans" cxnId="{39BC804A-82BB-4A5F-A919-C53DC23D8C15}">
      <dgm:prSet/>
      <dgm:spPr/>
      <dgm:t>
        <a:bodyPr/>
        <a:lstStyle/>
        <a:p>
          <a:endParaRPr lang="en-IE"/>
        </a:p>
      </dgm:t>
    </dgm:pt>
    <dgm:pt modelId="{8D5BCE3D-5A36-461F-ABB5-D2E303C418C4}" type="sibTrans" cxnId="{39BC804A-82BB-4A5F-A919-C53DC23D8C15}">
      <dgm:prSet/>
      <dgm:spPr/>
      <dgm:t>
        <a:bodyPr/>
        <a:lstStyle/>
        <a:p>
          <a:endParaRPr lang="en-IE"/>
        </a:p>
      </dgm:t>
    </dgm:pt>
    <dgm:pt modelId="{A68E66D0-FC3E-4696-AEE9-FA917CE8B43F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Node label constraints</a:t>
          </a:r>
        </a:p>
      </dgm:t>
    </dgm:pt>
    <dgm:pt modelId="{0BC1C561-C6CF-4EE1-9459-E0E77208A87F}" type="parTrans" cxnId="{F50111F6-A6EB-47CE-8260-B7A1AB99D369}">
      <dgm:prSet/>
      <dgm:spPr/>
      <dgm:t>
        <a:bodyPr/>
        <a:lstStyle/>
        <a:p>
          <a:endParaRPr lang="en-IE"/>
        </a:p>
      </dgm:t>
    </dgm:pt>
    <dgm:pt modelId="{979997D5-F373-4E06-9823-A469297F2E86}" type="sibTrans" cxnId="{F50111F6-A6EB-47CE-8260-B7A1AB99D369}">
      <dgm:prSet/>
      <dgm:spPr/>
      <dgm:t>
        <a:bodyPr/>
        <a:lstStyle/>
        <a:p>
          <a:endParaRPr lang="en-IE"/>
        </a:p>
      </dgm:t>
    </dgm:pt>
    <dgm:pt modelId="{51E22944-1523-458B-8828-B060A21B0734}">
      <dgm:prSet phldrT="[Text]" custT="1"/>
      <dgm:spPr>
        <a:ln w="38100">
          <a:solidFill>
            <a:schemeClr val="tx1"/>
          </a:solidFill>
        </a:ln>
      </dgm:spPr>
      <dgm:t>
        <a:bodyPr/>
        <a:lstStyle/>
        <a:p>
          <a:r>
            <a:rPr lang="en-IE" sz="2800" b="1" dirty="0"/>
            <a:t>Operational across relational        &amp; non-relational databases</a:t>
          </a:r>
        </a:p>
      </dgm:t>
    </dgm:pt>
    <dgm:pt modelId="{3DF91E0F-97D3-4C63-8906-8F506DA31CAE}" type="parTrans" cxnId="{313B8469-A1FD-4F09-887E-E3142279E0D5}">
      <dgm:prSet/>
      <dgm:spPr/>
      <dgm:t>
        <a:bodyPr/>
        <a:lstStyle/>
        <a:p>
          <a:endParaRPr lang="en-IE"/>
        </a:p>
      </dgm:t>
    </dgm:pt>
    <dgm:pt modelId="{56CDA8DD-B1A5-4AB8-AF97-E4AD7080C76E}" type="sibTrans" cxnId="{313B8469-A1FD-4F09-887E-E3142279E0D5}">
      <dgm:prSet/>
      <dgm:spPr/>
      <dgm:t>
        <a:bodyPr/>
        <a:lstStyle/>
        <a:p>
          <a:endParaRPr lang="en-IE"/>
        </a:p>
      </dgm:t>
    </dgm:pt>
    <dgm:pt modelId="{A6E38CAE-DC8A-4A4F-BC73-1AEC372FC167}" type="pres">
      <dgm:prSet presAssocID="{7536D2AB-18D2-4540-86EF-97DAA68F47BD}" presName="Name0" presStyleCnt="0">
        <dgm:presLayoutVars>
          <dgm:dir/>
          <dgm:animLvl val="lvl"/>
          <dgm:resizeHandles val="exact"/>
        </dgm:presLayoutVars>
      </dgm:prSet>
      <dgm:spPr/>
    </dgm:pt>
    <dgm:pt modelId="{555A3F28-1E25-47B1-AA96-93AB9EB21F31}" type="pres">
      <dgm:prSet presAssocID="{A50E33B6-DC31-4625-B7FA-95FFDF7345DB}" presName="boxAndChildren" presStyleCnt="0"/>
      <dgm:spPr/>
    </dgm:pt>
    <dgm:pt modelId="{C38CF6F9-DC53-4200-9C30-5EC6A4B6A3DD}" type="pres">
      <dgm:prSet presAssocID="{A50E33B6-DC31-4625-B7FA-95FFDF7345DB}" presName="parentTextBox" presStyleLbl="node1" presStyleIdx="0" presStyleCnt="3"/>
      <dgm:spPr/>
    </dgm:pt>
    <dgm:pt modelId="{32DFF38E-0B8C-4811-8E25-D1D460553EEF}" type="pres">
      <dgm:prSet presAssocID="{A50E33B6-DC31-4625-B7FA-95FFDF7345DB}" presName="entireBox" presStyleLbl="node1" presStyleIdx="0" presStyleCnt="3" custLinFactNeighborY="5353"/>
      <dgm:spPr/>
    </dgm:pt>
    <dgm:pt modelId="{2D9853DB-9952-41DA-9459-C0F92D4048FC}" type="pres">
      <dgm:prSet presAssocID="{A50E33B6-DC31-4625-B7FA-95FFDF7345DB}" presName="descendantBox" presStyleCnt="0"/>
      <dgm:spPr/>
    </dgm:pt>
    <dgm:pt modelId="{2147C4C3-E4ED-44EA-8A74-5AB07B9224C6}" type="pres">
      <dgm:prSet presAssocID="{1550EBB1-3E8A-4444-A1CB-728671E739D9}" presName="childTextBox" presStyleLbl="fgAccFollowNode1" presStyleIdx="0" presStyleCnt="9" custLinFactNeighborX="-536" custLinFactNeighborY="4503">
        <dgm:presLayoutVars>
          <dgm:bulletEnabled val="1"/>
        </dgm:presLayoutVars>
      </dgm:prSet>
      <dgm:spPr/>
    </dgm:pt>
    <dgm:pt modelId="{EF0D8E2E-611F-48CE-B1FC-FF5FEBAA646D}" type="pres">
      <dgm:prSet presAssocID="{F87B134D-0DC2-4772-90D6-BABD7BD5BC76}" presName="childTextBox" presStyleLbl="fgAccFollowNode1" presStyleIdx="1" presStyleCnt="9" custLinFactNeighborX="-364" custLinFactNeighborY="6026">
        <dgm:presLayoutVars>
          <dgm:bulletEnabled val="1"/>
        </dgm:presLayoutVars>
      </dgm:prSet>
      <dgm:spPr/>
    </dgm:pt>
    <dgm:pt modelId="{A26E17A3-6ADC-4207-BAA9-6F37A7025026}" type="pres">
      <dgm:prSet presAssocID="{A68E66D0-FC3E-4696-AEE9-FA917CE8B43F}" presName="childTextBox" presStyleLbl="fgAccFollowNode1" presStyleIdx="2" presStyleCnt="9" custLinFactNeighborX="0" custLinFactNeighborY="4503">
        <dgm:presLayoutVars>
          <dgm:bulletEnabled val="1"/>
        </dgm:presLayoutVars>
      </dgm:prSet>
      <dgm:spPr/>
    </dgm:pt>
    <dgm:pt modelId="{1316DF51-73D5-42A2-A129-8BE6AE24E91D}" type="pres">
      <dgm:prSet presAssocID="{F78658CE-FCEA-4831-A7C9-BF133CDED4D9}" presName="sp" presStyleCnt="0"/>
      <dgm:spPr/>
    </dgm:pt>
    <dgm:pt modelId="{B8F9DB49-CD09-45A9-B2C9-CE22CE971DE6}" type="pres">
      <dgm:prSet presAssocID="{4D999CEA-99A2-40B3-ACFE-2DDA830830D4}" presName="arrowAndChildren" presStyleCnt="0"/>
      <dgm:spPr/>
    </dgm:pt>
    <dgm:pt modelId="{EC217E12-E4E2-4324-9106-BE0B637A87F8}" type="pres">
      <dgm:prSet presAssocID="{4D999CEA-99A2-40B3-ACFE-2DDA830830D4}" presName="parentTextArrow" presStyleLbl="node1" presStyleIdx="0" presStyleCnt="3"/>
      <dgm:spPr/>
    </dgm:pt>
    <dgm:pt modelId="{B5901160-2EED-4BC1-9CD9-CBC7C725C48E}" type="pres">
      <dgm:prSet presAssocID="{4D999CEA-99A2-40B3-ACFE-2DDA830830D4}" presName="arrow" presStyleLbl="node1" presStyleIdx="1" presStyleCnt="3"/>
      <dgm:spPr/>
    </dgm:pt>
    <dgm:pt modelId="{E6E30F24-75D5-41DC-BD30-BCEEDAB3EDA1}" type="pres">
      <dgm:prSet presAssocID="{4D999CEA-99A2-40B3-ACFE-2DDA830830D4}" presName="descendantArrow" presStyleCnt="0"/>
      <dgm:spPr/>
    </dgm:pt>
    <dgm:pt modelId="{9CE9A027-D096-4DBA-9F41-ACB337DEDCA0}" type="pres">
      <dgm:prSet presAssocID="{475C2055-1A5C-4F93-BCF0-4362192FEDE2}" presName="childTextArrow" presStyleLbl="fgAccFollowNode1" presStyleIdx="3" presStyleCnt="9" custLinFactNeighborX="65" custLinFactNeighborY="1914">
        <dgm:presLayoutVars>
          <dgm:bulletEnabled val="1"/>
        </dgm:presLayoutVars>
      </dgm:prSet>
      <dgm:spPr/>
    </dgm:pt>
    <dgm:pt modelId="{87C3872B-7E02-4085-B647-9CD9B06A0313}" type="pres">
      <dgm:prSet presAssocID="{4F50E452-5834-4018-8DFF-B75D124C036A}" presName="childTextArrow" presStyleLbl="fgAccFollowNode1" presStyleIdx="4" presStyleCnt="9" custLinFactNeighborY="1914">
        <dgm:presLayoutVars>
          <dgm:bulletEnabled val="1"/>
        </dgm:presLayoutVars>
      </dgm:prSet>
      <dgm:spPr/>
    </dgm:pt>
    <dgm:pt modelId="{6A9F14BE-80C0-4B02-B21C-6C233AACAF51}" type="pres">
      <dgm:prSet presAssocID="{28E7254B-914D-454C-9420-190BF7BC8B3F}" presName="childTextArrow" presStyleLbl="fgAccFollowNode1" presStyleIdx="5" presStyleCnt="9" custLinFactNeighborX="147" custLinFactNeighborY="1914">
        <dgm:presLayoutVars>
          <dgm:bulletEnabled val="1"/>
        </dgm:presLayoutVars>
      </dgm:prSet>
      <dgm:spPr/>
    </dgm:pt>
    <dgm:pt modelId="{9CE618A8-6BAD-4BC3-A55A-3B35D7AC190A}" type="pres">
      <dgm:prSet presAssocID="{A9E9F8DD-5CCA-40F8-A82E-6599C0DAC405}" presName="sp" presStyleCnt="0"/>
      <dgm:spPr/>
    </dgm:pt>
    <dgm:pt modelId="{84BC15C4-57C2-4215-B051-1FC12DE4D56A}" type="pres">
      <dgm:prSet presAssocID="{A147FCF5-872C-402E-8FFA-7F62F8AEC165}" presName="arrowAndChildren" presStyleCnt="0"/>
      <dgm:spPr/>
    </dgm:pt>
    <dgm:pt modelId="{821BB53C-F789-4FDF-A619-F676C9DAFA47}" type="pres">
      <dgm:prSet presAssocID="{A147FCF5-872C-402E-8FFA-7F62F8AEC165}" presName="parentTextArrow" presStyleLbl="node1" presStyleIdx="1" presStyleCnt="3"/>
      <dgm:spPr/>
    </dgm:pt>
    <dgm:pt modelId="{452ACE0D-CF1A-4DE8-8E3E-A45C514F1149}" type="pres">
      <dgm:prSet presAssocID="{A147FCF5-872C-402E-8FFA-7F62F8AEC165}" presName="arrow" presStyleLbl="node1" presStyleIdx="2" presStyleCnt="3" custLinFactNeighborY="-504"/>
      <dgm:spPr/>
    </dgm:pt>
    <dgm:pt modelId="{1A7D03B3-E5DC-4BF8-BC0E-673BE8094F20}" type="pres">
      <dgm:prSet presAssocID="{A147FCF5-872C-402E-8FFA-7F62F8AEC165}" presName="descendantArrow" presStyleCnt="0"/>
      <dgm:spPr/>
    </dgm:pt>
    <dgm:pt modelId="{07763EBB-4274-4F86-A670-BA07EE7CCAD5}" type="pres">
      <dgm:prSet presAssocID="{C9D27329-5219-4575-8C28-F198FA7C7E21}" presName="childTextArrow" presStyleLbl="fgAccFollowNode1" presStyleIdx="6" presStyleCnt="9" custLinFactNeighborX="-82" custLinFactNeighborY="1523">
        <dgm:presLayoutVars>
          <dgm:bulletEnabled val="1"/>
        </dgm:presLayoutVars>
      </dgm:prSet>
      <dgm:spPr/>
    </dgm:pt>
    <dgm:pt modelId="{A5384461-3C55-409F-A76C-DC6C5CADCFE8}" type="pres">
      <dgm:prSet presAssocID="{0E7A854B-37EA-407C-A97F-3A739191418A}" presName="childTextArrow" presStyleLbl="fgAccFollowNode1" presStyleIdx="7" presStyleCnt="9" custLinFactNeighborY="1523">
        <dgm:presLayoutVars>
          <dgm:bulletEnabled val="1"/>
        </dgm:presLayoutVars>
      </dgm:prSet>
      <dgm:spPr/>
    </dgm:pt>
    <dgm:pt modelId="{1CEB22B1-9A7E-4A91-AF0C-26B893E69FA6}" type="pres">
      <dgm:prSet presAssocID="{51E22944-1523-458B-8828-B060A21B0734}" presName="childTextArrow" presStyleLbl="fgAccFollowNode1" presStyleIdx="8" presStyleCnt="9" custLinFactNeighborX="147" custLinFactNeighborY="1523">
        <dgm:presLayoutVars>
          <dgm:bulletEnabled val="1"/>
        </dgm:presLayoutVars>
      </dgm:prSet>
      <dgm:spPr/>
    </dgm:pt>
  </dgm:ptLst>
  <dgm:cxnLst>
    <dgm:cxn modelId="{959C6A08-27DF-47D6-9B66-DA641F7D940E}" srcId="{7536D2AB-18D2-4540-86EF-97DAA68F47BD}" destId="{A50E33B6-DC31-4625-B7FA-95FFDF7345DB}" srcOrd="2" destOrd="0" parTransId="{A7AB8128-93C5-4A74-8036-EF7B01CFFEE9}" sibTransId="{736A49DB-336A-4637-ACEC-4A4F70A87822}"/>
    <dgm:cxn modelId="{12163709-F225-4219-8EF0-7EA41899A9C2}" type="presOf" srcId="{475C2055-1A5C-4F93-BCF0-4362192FEDE2}" destId="{9CE9A027-D096-4DBA-9F41-ACB337DEDCA0}" srcOrd="0" destOrd="0" presId="urn:microsoft.com/office/officeart/2005/8/layout/process4"/>
    <dgm:cxn modelId="{E30C4A24-E267-4C49-B2EA-BD4355E628F6}" type="presOf" srcId="{51E22944-1523-458B-8828-B060A21B0734}" destId="{1CEB22B1-9A7E-4A91-AF0C-26B893E69FA6}" srcOrd="0" destOrd="0" presId="urn:microsoft.com/office/officeart/2005/8/layout/process4"/>
    <dgm:cxn modelId="{93CA0631-D0E1-4549-B58F-5AEAAB69B0A6}" srcId="{A147FCF5-872C-402E-8FFA-7F62F8AEC165}" destId="{C9D27329-5219-4575-8C28-F198FA7C7E21}" srcOrd="0" destOrd="0" parTransId="{4DC991F5-7EAA-42B5-9763-B81A6440FC1D}" sibTransId="{11CC70F2-8FA3-4E4E-83A1-23C4FE696FBD}"/>
    <dgm:cxn modelId="{16669A5B-C315-4A49-AD9C-FC4AE7CA3AC5}" type="presOf" srcId="{4D999CEA-99A2-40B3-ACFE-2DDA830830D4}" destId="{B5901160-2EED-4BC1-9CD9-CBC7C725C48E}" srcOrd="1" destOrd="0" presId="urn:microsoft.com/office/officeart/2005/8/layout/process4"/>
    <dgm:cxn modelId="{BCDBDB62-C3B5-49C6-97FA-E967A4F76A6C}" srcId="{A147FCF5-872C-402E-8FFA-7F62F8AEC165}" destId="{0E7A854B-37EA-407C-A97F-3A739191418A}" srcOrd="1" destOrd="0" parTransId="{AF30101B-D9D7-4112-A369-FBA7968528B2}" sibTransId="{711A1785-5017-41F7-B6D5-1B80308B8FF2}"/>
    <dgm:cxn modelId="{8B432C63-7580-4035-9DEC-014222462859}" srcId="{7536D2AB-18D2-4540-86EF-97DAA68F47BD}" destId="{A147FCF5-872C-402E-8FFA-7F62F8AEC165}" srcOrd="0" destOrd="0" parTransId="{023FA848-FBA0-4C53-878C-D0304385935A}" sibTransId="{A9E9F8DD-5CCA-40F8-A82E-6599C0DAC405}"/>
    <dgm:cxn modelId="{41D48A64-64D5-4DB1-98B7-64FE88C60DA6}" type="presOf" srcId="{7536D2AB-18D2-4540-86EF-97DAA68F47BD}" destId="{A6E38CAE-DC8A-4A4F-BC73-1AEC372FC167}" srcOrd="0" destOrd="0" presId="urn:microsoft.com/office/officeart/2005/8/layout/process4"/>
    <dgm:cxn modelId="{313B8469-A1FD-4F09-887E-E3142279E0D5}" srcId="{A147FCF5-872C-402E-8FFA-7F62F8AEC165}" destId="{51E22944-1523-458B-8828-B060A21B0734}" srcOrd="2" destOrd="0" parTransId="{3DF91E0F-97D3-4C63-8906-8F506DA31CAE}" sibTransId="{56CDA8DD-B1A5-4AB8-AF97-E4AD7080C76E}"/>
    <dgm:cxn modelId="{39BC804A-82BB-4A5F-A919-C53DC23D8C15}" srcId="{4D999CEA-99A2-40B3-ACFE-2DDA830830D4}" destId="{28E7254B-914D-454C-9420-190BF7BC8B3F}" srcOrd="2" destOrd="0" parTransId="{8F0A91F8-582C-4A33-8B33-F4735279C0A7}" sibTransId="{8D5BCE3D-5A36-461F-ABB5-D2E303C418C4}"/>
    <dgm:cxn modelId="{2BE09C6B-550C-492B-8123-E3285DA6B775}" type="presOf" srcId="{A147FCF5-872C-402E-8FFA-7F62F8AEC165}" destId="{452ACE0D-CF1A-4DE8-8E3E-A45C514F1149}" srcOrd="1" destOrd="0" presId="urn:microsoft.com/office/officeart/2005/8/layout/process4"/>
    <dgm:cxn modelId="{2D83546D-26B6-42FC-B911-10B6CB990C14}" type="presOf" srcId="{C9D27329-5219-4575-8C28-F198FA7C7E21}" destId="{07763EBB-4274-4F86-A670-BA07EE7CCAD5}" srcOrd="0" destOrd="0" presId="urn:microsoft.com/office/officeart/2005/8/layout/process4"/>
    <dgm:cxn modelId="{F8E64681-1CD5-4238-A571-0145A84B3E4B}" type="presOf" srcId="{A68E66D0-FC3E-4696-AEE9-FA917CE8B43F}" destId="{A26E17A3-6ADC-4207-BAA9-6F37A7025026}" srcOrd="0" destOrd="0" presId="urn:microsoft.com/office/officeart/2005/8/layout/process4"/>
    <dgm:cxn modelId="{6039E883-BBA3-4D37-ADEA-76FE6305AADF}" type="presOf" srcId="{1550EBB1-3E8A-4444-A1CB-728671E739D9}" destId="{2147C4C3-E4ED-44EA-8A74-5AB07B9224C6}" srcOrd="0" destOrd="0" presId="urn:microsoft.com/office/officeart/2005/8/layout/process4"/>
    <dgm:cxn modelId="{14DE1086-4CC0-4962-9121-4BC99060A682}" type="presOf" srcId="{28E7254B-914D-454C-9420-190BF7BC8B3F}" destId="{6A9F14BE-80C0-4B02-B21C-6C233AACAF51}" srcOrd="0" destOrd="0" presId="urn:microsoft.com/office/officeart/2005/8/layout/process4"/>
    <dgm:cxn modelId="{CA60A795-0B56-4B32-B4B8-258A44CDB63B}" type="presOf" srcId="{A50E33B6-DC31-4625-B7FA-95FFDF7345DB}" destId="{C38CF6F9-DC53-4200-9C30-5EC6A4B6A3DD}" srcOrd="0" destOrd="0" presId="urn:microsoft.com/office/officeart/2005/8/layout/process4"/>
    <dgm:cxn modelId="{ED435997-8F2D-4DBD-ABF8-B74B739979B0}" srcId="{A50E33B6-DC31-4625-B7FA-95FFDF7345DB}" destId="{1550EBB1-3E8A-4444-A1CB-728671E739D9}" srcOrd="0" destOrd="0" parTransId="{32899119-31C1-4B31-8ECF-4586BABA58D4}" sibTransId="{9B5E1A06-E163-4B01-A622-E03D5AFA8104}"/>
    <dgm:cxn modelId="{720C1299-B139-4C79-A3E3-1C02E6A91DA5}" type="presOf" srcId="{F87B134D-0DC2-4772-90D6-BABD7BD5BC76}" destId="{EF0D8E2E-611F-48CE-B1FC-FF5FEBAA646D}" srcOrd="0" destOrd="0" presId="urn:microsoft.com/office/officeart/2005/8/layout/process4"/>
    <dgm:cxn modelId="{A5CA2F99-6DF3-4AD4-A7D6-6EFAB4350F10}" type="presOf" srcId="{4D999CEA-99A2-40B3-ACFE-2DDA830830D4}" destId="{EC217E12-E4E2-4324-9106-BE0B637A87F8}" srcOrd="0" destOrd="0" presId="urn:microsoft.com/office/officeart/2005/8/layout/process4"/>
    <dgm:cxn modelId="{B95C229C-BFA4-4E7F-809D-E96E94AB46B1}" srcId="{4D999CEA-99A2-40B3-ACFE-2DDA830830D4}" destId="{475C2055-1A5C-4F93-BCF0-4362192FEDE2}" srcOrd="0" destOrd="0" parTransId="{57C885D4-B9D5-44AF-BA3E-95F85B0C4C85}" sibTransId="{B58CF49D-66C4-492C-A689-EEBD464FF5AB}"/>
    <dgm:cxn modelId="{A71FA0A9-9EA9-4D0E-81E7-802814729BD8}" type="presOf" srcId="{A50E33B6-DC31-4625-B7FA-95FFDF7345DB}" destId="{32DFF38E-0B8C-4811-8E25-D1D460553EEF}" srcOrd="1" destOrd="0" presId="urn:microsoft.com/office/officeart/2005/8/layout/process4"/>
    <dgm:cxn modelId="{0189B1B2-08AA-492D-A891-BCF750032056}" type="presOf" srcId="{4F50E452-5834-4018-8DFF-B75D124C036A}" destId="{87C3872B-7E02-4085-B647-9CD9B06A0313}" srcOrd="0" destOrd="0" presId="urn:microsoft.com/office/officeart/2005/8/layout/process4"/>
    <dgm:cxn modelId="{C12C3EC6-91DA-4D90-BA1A-0D2BDB5392CD}" srcId="{A50E33B6-DC31-4625-B7FA-95FFDF7345DB}" destId="{F87B134D-0DC2-4772-90D6-BABD7BD5BC76}" srcOrd="1" destOrd="0" parTransId="{2E6F75F3-F662-4A68-9323-758B5EFFF8B7}" sibTransId="{0A75DA54-DE29-44C8-8B8A-7569270B07DC}"/>
    <dgm:cxn modelId="{F67826D6-125C-4FAA-89F2-D7906452C10C}" type="presOf" srcId="{0E7A854B-37EA-407C-A97F-3A739191418A}" destId="{A5384461-3C55-409F-A76C-DC6C5CADCFE8}" srcOrd="0" destOrd="0" presId="urn:microsoft.com/office/officeart/2005/8/layout/process4"/>
    <dgm:cxn modelId="{F50111F6-A6EB-47CE-8260-B7A1AB99D369}" srcId="{A50E33B6-DC31-4625-B7FA-95FFDF7345DB}" destId="{A68E66D0-FC3E-4696-AEE9-FA917CE8B43F}" srcOrd="2" destOrd="0" parTransId="{0BC1C561-C6CF-4EE1-9459-E0E77208A87F}" sibTransId="{979997D5-F373-4E06-9823-A469297F2E86}"/>
    <dgm:cxn modelId="{660948F6-410D-460D-81D5-714AFD1D381D}" srcId="{4D999CEA-99A2-40B3-ACFE-2DDA830830D4}" destId="{4F50E452-5834-4018-8DFF-B75D124C036A}" srcOrd="1" destOrd="0" parTransId="{DB41BBB4-9AA8-49FB-AEE9-BDB37221A1CC}" sibTransId="{2B9FE0FB-368C-4C11-8492-76D40C878944}"/>
    <dgm:cxn modelId="{666E48F8-172A-4B9D-8257-4FB3F5D02377}" srcId="{7536D2AB-18D2-4540-86EF-97DAA68F47BD}" destId="{4D999CEA-99A2-40B3-ACFE-2DDA830830D4}" srcOrd="1" destOrd="0" parTransId="{63D0C301-A3D8-4900-A21C-4D4CA4636897}" sibTransId="{F78658CE-FCEA-4831-A7C9-BF133CDED4D9}"/>
    <dgm:cxn modelId="{77511BFA-3A7A-4DD5-9466-9D66AAFC594F}" type="presOf" srcId="{A147FCF5-872C-402E-8FFA-7F62F8AEC165}" destId="{821BB53C-F789-4FDF-A619-F676C9DAFA47}" srcOrd="0" destOrd="0" presId="urn:microsoft.com/office/officeart/2005/8/layout/process4"/>
    <dgm:cxn modelId="{D3DB6E62-DFBD-4849-ACB6-0DA7456D2DB4}" type="presParOf" srcId="{A6E38CAE-DC8A-4A4F-BC73-1AEC372FC167}" destId="{555A3F28-1E25-47B1-AA96-93AB9EB21F31}" srcOrd="0" destOrd="0" presId="urn:microsoft.com/office/officeart/2005/8/layout/process4"/>
    <dgm:cxn modelId="{3F8B5A89-03C3-4D81-8F2C-FBBBF27CF382}" type="presParOf" srcId="{555A3F28-1E25-47B1-AA96-93AB9EB21F31}" destId="{C38CF6F9-DC53-4200-9C30-5EC6A4B6A3DD}" srcOrd="0" destOrd="0" presId="urn:microsoft.com/office/officeart/2005/8/layout/process4"/>
    <dgm:cxn modelId="{4A483FA8-E5CF-490F-BC91-DBCA94C56442}" type="presParOf" srcId="{555A3F28-1E25-47B1-AA96-93AB9EB21F31}" destId="{32DFF38E-0B8C-4811-8E25-D1D460553EEF}" srcOrd="1" destOrd="0" presId="urn:microsoft.com/office/officeart/2005/8/layout/process4"/>
    <dgm:cxn modelId="{8D63AA43-4DC4-4374-87B6-4906CA589DA2}" type="presParOf" srcId="{555A3F28-1E25-47B1-AA96-93AB9EB21F31}" destId="{2D9853DB-9952-41DA-9459-C0F92D4048FC}" srcOrd="2" destOrd="0" presId="urn:microsoft.com/office/officeart/2005/8/layout/process4"/>
    <dgm:cxn modelId="{CA24DF2C-D47C-46FB-B9D8-0ABA8186D3B4}" type="presParOf" srcId="{2D9853DB-9952-41DA-9459-C0F92D4048FC}" destId="{2147C4C3-E4ED-44EA-8A74-5AB07B9224C6}" srcOrd="0" destOrd="0" presId="urn:microsoft.com/office/officeart/2005/8/layout/process4"/>
    <dgm:cxn modelId="{0AE411B4-978E-47BE-B187-3D95F8996E49}" type="presParOf" srcId="{2D9853DB-9952-41DA-9459-C0F92D4048FC}" destId="{EF0D8E2E-611F-48CE-B1FC-FF5FEBAA646D}" srcOrd="1" destOrd="0" presId="urn:microsoft.com/office/officeart/2005/8/layout/process4"/>
    <dgm:cxn modelId="{96B76070-C592-4228-9154-2864F64B9493}" type="presParOf" srcId="{2D9853DB-9952-41DA-9459-C0F92D4048FC}" destId="{A26E17A3-6ADC-4207-BAA9-6F37A7025026}" srcOrd="2" destOrd="0" presId="urn:microsoft.com/office/officeart/2005/8/layout/process4"/>
    <dgm:cxn modelId="{DB157B07-9425-49BA-A7C8-AE225FE1570E}" type="presParOf" srcId="{A6E38CAE-DC8A-4A4F-BC73-1AEC372FC167}" destId="{1316DF51-73D5-42A2-A129-8BE6AE24E91D}" srcOrd="1" destOrd="0" presId="urn:microsoft.com/office/officeart/2005/8/layout/process4"/>
    <dgm:cxn modelId="{CA4A4CFA-A831-4296-AC4D-3DDF660E58E9}" type="presParOf" srcId="{A6E38CAE-DC8A-4A4F-BC73-1AEC372FC167}" destId="{B8F9DB49-CD09-45A9-B2C9-CE22CE971DE6}" srcOrd="2" destOrd="0" presId="urn:microsoft.com/office/officeart/2005/8/layout/process4"/>
    <dgm:cxn modelId="{F51A94F5-CE02-4611-9497-6D87BAFAB1A4}" type="presParOf" srcId="{B8F9DB49-CD09-45A9-B2C9-CE22CE971DE6}" destId="{EC217E12-E4E2-4324-9106-BE0B637A87F8}" srcOrd="0" destOrd="0" presId="urn:microsoft.com/office/officeart/2005/8/layout/process4"/>
    <dgm:cxn modelId="{4369B197-F0E5-4BAC-8E93-B51E319C50E7}" type="presParOf" srcId="{B8F9DB49-CD09-45A9-B2C9-CE22CE971DE6}" destId="{B5901160-2EED-4BC1-9CD9-CBC7C725C48E}" srcOrd="1" destOrd="0" presId="urn:microsoft.com/office/officeart/2005/8/layout/process4"/>
    <dgm:cxn modelId="{7790F057-101D-4FEE-B4BB-416F03A87FB7}" type="presParOf" srcId="{B8F9DB49-CD09-45A9-B2C9-CE22CE971DE6}" destId="{E6E30F24-75D5-41DC-BD30-BCEEDAB3EDA1}" srcOrd="2" destOrd="0" presId="urn:microsoft.com/office/officeart/2005/8/layout/process4"/>
    <dgm:cxn modelId="{993589D6-6D1B-4049-8C42-FA528C4C35A8}" type="presParOf" srcId="{E6E30F24-75D5-41DC-BD30-BCEEDAB3EDA1}" destId="{9CE9A027-D096-4DBA-9F41-ACB337DEDCA0}" srcOrd="0" destOrd="0" presId="urn:microsoft.com/office/officeart/2005/8/layout/process4"/>
    <dgm:cxn modelId="{39F09CA2-B8E7-4E42-897E-90CF66D3532C}" type="presParOf" srcId="{E6E30F24-75D5-41DC-BD30-BCEEDAB3EDA1}" destId="{87C3872B-7E02-4085-B647-9CD9B06A0313}" srcOrd="1" destOrd="0" presId="urn:microsoft.com/office/officeart/2005/8/layout/process4"/>
    <dgm:cxn modelId="{71AA1812-61D8-4BF1-A8D2-E9050EAD9FE1}" type="presParOf" srcId="{E6E30F24-75D5-41DC-BD30-BCEEDAB3EDA1}" destId="{6A9F14BE-80C0-4B02-B21C-6C233AACAF51}" srcOrd="2" destOrd="0" presId="urn:microsoft.com/office/officeart/2005/8/layout/process4"/>
    <dgm:cxn modelId="{7EFA4A68-72FA-4B77-BFB8-C53D4BE233E4}" type="presParOf" srcId="{A6E38CAE-DC8A-4A4F-BC73-1AEC372FC167}" destId="{9CE618A8-6BAD-4BC3-A55A-3B35D7AC190A}" srcOrd="3" destOrd="0" presId="urn:microsoft.com/office/officeart/2005/8/layout/process4"/>
    <dgm:cxn modelId="{1C48AD57-6CD6-4967-8CFA-6FFCC9231B70}" type="presParOf" srcId="{A6E38CAE-DC8A-4A4F-BC73-1AEC372FC167}" destId="{84BC15C4-57C2-4215-B051-1FC12DE4D56A}" srcOrd="4" destOrd="0" presId="urn:microsoft.com/office/officeart/2005/8/layout/process4"/>
    <dgm:cxn modelId="{0DA12771-6498-4822-8CC7-337E76EFAFF9}" type="presParOf" srcId="{84BC15C4-57C2-4215-B051-1FC12DE4D56A}" destId="{821BB53C-F789-4FDF-A619-F676C9DAFA47}" srcOrd="0" destOrd="0" presId="urn:microsoft.com/office/officeart/2005/8/layout/process4"/>
    <dgm:cxn modelId="{81944EEE-575C-49F5-87B3-304C559B6FD7}" type="presParOf" srcId="{84BC15C4-57C2-4215-B051-1FC12DE4D56A}" destId="{452ACE0D-CF1A-4DE8-8E3E-A45C514F1149}" srcOrd="1" destOrd="0" presId="urn:microsoft.com/office/officeart/2005/8/layout/process4"/>
    <dgm:cxn modelId="{00BF2E83-C8E4-4AFC-9414-CFBEE0587C81}" type="presParOf" srcId="{84BC15C4-57C2-4215-B051-1FC12DE4D56A}" destId="{1A7D03B3-E5DC-4BF8-BC0E-673BE8094F20}" srcOrd="2" destOrd="0" presId="urn:microsoft.com/office/officeart/2005/8/layout/process4"/>
    <dgm:cxn modelId="{5A10022A-D741-429A-8603-EA0CFA5A5EFC}" type="presParOf" srcId="{1A7D03B3-E5DC-4BF8-BC0E-673BE8094F20}" destId="{07763EBB-4274-4F86-A670-BA07EE7CCAD5}" srcOrd="0" destOrd="0" presId="urn:microsoft.com/office/officeart/2005/8/layout/process4"/>
    <dgm:cxn modelId="{47EC8A92-A198-4820-84FC-7D7E7CC646FB}" type="presParOf" srcId="{1A7D03B3-E5DC-4BF8-BC0E-673BE8094F20}" destId="{A5384461-3C55-409F-A76C-DC6C5CADCFE8}" srcOrd="1" destOrd="0" presId="urn:microsoft.com/office/officeart/2005/8/layout/process4"/>
    <dgm:cxn modelId="{F7544B4B-402A-4829-A5D4-71EFE4283CE2}" type="presParOf" srcId="{1A7D03B3-E5DC-4BF8-BC0E-673BE8094F20}" destId="{1CEB22B1-9A7E-4A91-AF0C-26B893E69FA6}" srcOrd="2" destOrd="0" presId="urn:microsoft.com/office/officeart/2005/8/layout/process4"/>
  </dgm:cxnLst>
  <dgm:bg/>
  <dgm:whole>
    <a:ln>
      <a:noFill/>
    </a:ln>
  </dgm:whole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0AB2770-B492-48AD-84C5-695BDA28E134}">
      <dsp:nvSpPr>
        <dsp:cNvPr id="0" name=""/>
        <dsp:cNvSpPr/>
      </dsp:nvSpPr>
      <dsp:spPr>
        <a:xfrm>
          <a:off x="3312283" y="0"/>
          <a:ext cx="4444852" cy="4445529"/>
        </a:xfrm>
        <a:prstGeom prst="circularArrow">
          <a:avLst>
            <a:gd name="adj1" fmla="val 10980"/>
            <a:gd name="adj2" fmla="val 1142322"/>
            <a:gd name="adj3" fmla="val 4500000"/>
            <a:gd name="adj4" fmla="val 10800000"/>
            <a:gd name="adj5" fmla="val 12500"/>
          </a:avLst>
        </a:prstGeom>
        <a:gradFill rotWithShape="0">
          <a:gsLst>
            <a:gs pos="0">
              <a:schemeClr val="accent2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2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2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37706D51-2842-4F8A-80D2-54D86E34456B}">
      <dsp:nvSpPr>
        <dsp:cNvPr id="0" name=""/>
        <dsp:cNvSpPr/>
      </dsp:nvSpPr>
      <dsp:spPr>
        <a:xfrm>
          <a:off x="4294742" y="1604970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 err="1"/>
            <a:t>ToDo</a:t>
          </a:r>
          <a:endParaRPr lang="en-IE" sz="3600" b="1" kern="1200" dirty="0"/>
        </a:p>
      </dsp:txBody>
      <dsp:txXfrm>
        <a:off x="4294742" y="1604970"/>
        <a:ext cx="2469919" cy="1234664"/>
      </dsp:txXfrm>
    </dsp:sp>
    <dsp:sp modelId="{668DC389-6720-4236-8011-BFAB07D2AE6E}">
      <dsp:nvSpPr>
        <dsp:cNvPr id="0" name=""/>
        <dsp:cNvSpPr/>
      </dsp:nvSpPr>
      <dsp:spPr>
        <a:xfrm>
          <a:off x="2077741" y="2554286"/>
          <a:ext cx="4444852" cy="4445529"/>
        </a:xfrm>
        <a:prstGeom prst="leftCircularArrow">
          <a:avLst>
            <a:gd name="adj1" fmla="val 10980"/>
            <a:gd name="adj2" fmla="val 1142322"/>
            <a:gd name="adj3" fmla="val 6300000"/>
            <a:gd name="adj4" fmla="val 18900000"/>
            <a:gd name="adj5" fmla="val 12500"/>
          </a:avLst>
        </a:prstGeom>
        <a:gradFill rotWithShape="0">
          <a:gsLst>
            <a:gs pos="0">
              <a:schemeClr val="accent3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3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3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1EF67315-41CD-4E1F-B065-C474DA2F6D76}">
      <dsp:nvSpPr>
        <dsp:cNvPr id="0" name=""/>
        <dsp:cNvSpPr/>
      </dsp:nvSpPr>
      <dsp:spPr>
        <a:xfrm>
          <a:off x="3065208" y="4174032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Locked</a:t>
          </a:r>
          <a:endParaRPr lang="en-IE" sz="3600" b="1" kern="1200" dirty="0"/>
        </a:p>
      </dsp:txBody>
      <dsp:txXfrm>
        <a:off x="3065208" y="4174032"/>
        <a:ext cx="2469919" cy="1234664"/>
      </dsp:txXfrm>
    </dsp:sp>
    <dsp:sp modelId="{19D1F821-3860-4F77-A074-BB6401E6326E}">
      <dsp:nvSpPr>
        <dsp:cNvPr id="0" name=""/>
        <dsp:cNvSpPr/>
      </dsp:nvSpPr>
      <dsp:spPr>
        <a:xfrm>
          <a:off x="3628640" y="5414237"/>
          <a:ext cx="3818817" cy="3820347"/>
        </a:xfrm>
        <a:prstGeom prst="blockArc">
          <a:avLst>
            <a:gd name="adj1" fmla="val 13500000"/>
            <a:gd name="adj2" fmla="val 10800000"/>
            <a:gd name="adj3" fmla="val 12740"/>
          </a:avLst>
        </a:prstGeom>
        <a:gradFill rotWithShape="0">
          <a:gsLst>
            <a:gs pos="0">
              <a:schemeClr val="accent4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4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4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5715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</dsp:sp>
    <dsp:sp modelId="{FA32A094-D9B4-4A76-8D4C-335142121065}">
      <dsp:nvSpPr>
        <dsp:cNvPr id="0" name=""/>
        <dsp:cNvSpPr/>
      </dsp:nvSpPr>
      <dsp:spPr>
        <a:xfrm>
          <a:off x="4300585" y="6746787"/>
          <a:ext cx="2469919" cy="123466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3200" b="1" kern="1200" dirty="0"/>
            <a:t>Done/Error</a:t>
          </a:r>
        </a:p>
      </dsp:txBody>
      <dsp:txXfrm>
        <a:off x="4300585" y="6746787"/>
        <a:ext cx="2469919" cy="123466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32DFF38E-0B8C-4811-8E25-D1D460553EEF}">
      <dsp:nvSpPr>
        <dsp:cNvPr id="0" name=""/>
        <dsp:cNvSpPr/>
      </dsp:nvSpPr>
      <dsp:spPr>
        <a:xfrm>
          <a:off x="0" y="9470716"/>
          <a:ext cx="16775589" cy="3107770"/>
        </a:xfrm>
        <a:prstGeom prst="rec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Deployment</a:t>
          </a:r>
          <a:endParaRPr lang="en-IE" sz="4000" b="1" kern="1200" dirty="0"/>
        </a:p>
      </dsp:txBody>
      <dsp:txXfrm>
        <a:off x="0" y="9470716"/>
        <a:ext cx="16775589" cy="1678196"/>
      </dsp:txXfrm>
    </dsp:sp>
    <dsp:sp modelId="{2147C4C3-E4ED-44EA-8A74-5AB07B9224C6}">
      <dsp:nvSpPr>
        <dsp:cNvPr id="0" name=""/>
        <dsp:cNvSpPr/>
      </dsp:nvSpPr>
      <dsp:spPr>
        <a:xfrm>
          <a:off x="0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AI play time optimizer</a:t>
          </a:r>
        </a:p>
      </dsp:txBody>
      <dsp:txXfrm>
        <a:off x="0" y="11148907"/>
        <a:ext cx="5586402" cy="1429574"/>
      </dsp:txXfrm>
    </dsp:sp>
    <dsp:sp modelId="{EF0D8E2E-611F-48CE-B1FC-FF5FEBAA646D}">
      <dsp:nvSpPr>
        <dsp:cNvPr id="0" name=""/>
        <dsp:cNvSpPr/>
      </dsp:nvSpPr>
      <dsp:spPr>
        <a:xfrm>
          <a:off x="5574258" y="11148912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 containerized workloads</a:t>
          </a:r>
        </a:p>
      </dsp:txBody>
      <dsp:txXfrm>
        <a:off x="5574258" y="11148912"/>
        <a:ext cx="5586402" cy="1429574"/>
      </dsp:txXfrm>
    </dsp:sp>
    <dsp:sp modelId="{A26E17A3-6ADC-4207-BAA9-6F37A7025026}">
      <dsp:nvSpPr>
        <dsp:cNvPr id="0" name=""/>
        <dsp:cNvSpPr/>
      </dsp:nvSpPr>
      <dsp:spPr>
        <a:xfrm>
          <a:off x="11180995" y="11148907"/>
          <a:ext cx="5586402" cy="1429574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Node label constraints</a:t>
          </a:r>
        </a:p>
      </dsp:txBody>
      <dsp:txXfrm>
        <a:off x="11180995" y="11148907"/>
        <a:ext cx="5586402" cy="1429574"/>
      </dsp:txXfrm>
    </dsp:sp>
    <dsp:sp modelId="{B5901160-2EED-4BC1-9CD9-CBC7C725C48E}">
      <dsp:nvSpPr>
        <dsp:cNvPr id="0" name=""/>
        <dsp:cNvSpPr/>
      </dsp:nvSpPr>
      <dsp:spPr>
        <a:xfrm rot="10800000">
          <a:off x="0" y="4735358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Task Binding</a:t>
          </a:r>
        </a:p>
      </dsp:txBody>
      <dsp:txXfrm rot="-10800000">
        <a:off x="0" y="4735358"/>
        <a:ext cx="16775589" cy="1677692"/>
      </dsp:txXfrm>
    </dsp:sp>
    <dsp:sp modelId="{9CE9A027-D096-4DBA-9F41-ACB337DEDCA0}">
      <dsp:nvSpPr>
        <dsp:cNvPr id="0" name=""/>
        <dsp:cNvSpPr/>
      </dsp:nvSpPr>
      <dsp:spPr>
        <a:xfrm>
          <a:off x="11822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Serialized function runner</a:t>
          </a:r>
        </a:p>
      </dsp:txBody>
      <dsp:txXfrm>
        <a:off x="11822" y="6440404"/>
        <a:ext cx="5586402" cy="1429145"/>
      </dsp:txXfrm>
    </dsp:sp>
    <dsp:sp modelId="{87C3872B-7E02-4085-B647-9CD9B06A0313}">
      <dsp:nvSpPr>
        <dsp:cNvPr id="0" name=""/>
        <dsp:cNvSpPr/>
      </dsp:nvSpPr>
      <dsp:spPr>
        <a:xfrm>
          <a:off x="5594593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explicit binding semantics (early vs late)</a:t>
          </a:r>
        </a:p>
      </dsp:txBody>
      <dsp:txXfrm>
        <a:off x="5594593" y="6440404"/>
        <a:ext cx="5586402" cy="1429145"/>
      </dsp:txXfrm>
    </dsp:sp>
    <dsp:sp modelId="{6A9F14BE-80C0-4B02-B21C-6C233AACAF51}">
      <dsp:nvSpPr>
        <dsp:cNvPr id="0" name=""/>
        <dsp:cNvSpPr/>
      </dsp:nvSpPr>
      <dsp:spPr>
        <a:xfrm>
          <a:off x="11189186" y="6440404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Job environment               attached to tasks</a:t>
          </a:r>
        </a:p>
      </dsp:txBody>
      <dsp:txXfrm>
        <a:off x="11189186" y="6440404"/>
        <a:ext cx="5586402" cy="1429145"/>
      </dsp:txXfrm>
    </dsp:sp>
    <dsp:sp modelId="{452ACE0D-CF1A-4DE8-8E3E-A45C514F1149}">
      <dsp:nvSpPr>
        <dsp:cNvPr id="0" name=""/>
        <dsp:cNvSpPr/>
      </dsp:nvSpPr>
      <dsp:spPr>
        <a:xfrm rot="10800000">
          <a:off x="0" y="0"/>
          <a:ext cx="16775589" cy="4779751"/>
        </a:xfrm>
        <a:prstGeom prst="upArrowCallout">
          <a:avLst/>
        </a:prstGeom>
        <a:gradFill rotWithShape="0">
          <a:gsLst>
            <a:gs pos="0">
              <a:schemeClr val="accent1">
                <a:hueOff val="0"/>
                <a:satOff val="0"/>
                <a:lumOff val="0"/>
                <a:alphaOff val="0"/>
                <a:satMod val="103000"/>
                <a:lumMod val="102000"/>
                <a:tint val="94000"/>
              </a:schemeClr>
            </a:gs>
            <a:gs pos="50000">
              <a:schemeClr val="accent1">
                <a:hueOff val="0"/>
                <a:satOff val="0"/>
                <a:lumOff val="0"/>
                <a:alphaOff val="0"/>
                <a:satMod val="110000"/>
                <a:lumMod val="100000"/>
                <a:shade val="100000"/>
              </a:schemeClr>
            </a:gs>
            <a:gs pos="100000">
              <a:schemeClr val="accent1">
                <a:hueOff val="0"/>
                <a:satOff val="0"/>
                <a:lumOff val="0"/>
                <a:alphaOff val="0"/>
                <a:lumMod val="99000"/>
                <a:satMod val="120000"/>
                <a:shade val="78000"/>
              </a:schemeClr>
            </a:gs>
          </a:gsLst>
          <a:lin ang="5400000" scaled="0"/>
        </a:gradFill>
        <a:ln w="38100">
          <a:solidFill>
            <a:schemeClr val="tx1"/>
          </a:solidFill>
        </a:ln>
        <a:effectLst/>
        <a:scene3d>
          <a:camera prst="orthographicFront"/>
          <a:lightRig rig="flat" dir="t"/>
        </a:scene3d>
        <a:sp3d prstMaterial="plastic">
          <a:bevelT w="120900" h="88900"/>
          <a:bevelB w="88900" h="31750" prst="angle"/>
        </a:sp3d>
      </dsp:spPr>
      <dsp:style>
        <a:lnRef idx="0">
          <a:scrgbClr r="0" g="0" b="0"/>
        </a:lnRef>
        <a:fillRef idx="3">
          <a:scrgbClr r="0" g="0" b="0"/>
        </a:fillRef>
        <a:effectRef idx="2">
          <a:scrgbClr r="0" g="0" b="0"/>
        </a:effectRef>
        <a:fontRef idx="minor">
          <a:schemeClr val="lt1"/>
        </a:fontRef>
      </dsp:style>
      <dsp:txBody>
        <a:bodyPr spcFirstLastPara="0" vert="horz" wrap="square" lIns="341376" tIns="341376" rIns="341376" bIns="341376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4800" b="1" kern="1200" dirty="0"/>
            <a:t>Workflow Orchestration</a:t>
          </a:r>
        </a:p>
      </dsp:txBody>
      <dsp:txXfrm rot="-10800000">
        <a:off x="0" y="0"/>
        <a:ext cx="16775589" cy="1677692"/>
      </dsp:txXfrm>
    </dsp:sp>
    <dsp:sp modelId="{07763EBB-4274-4F86-A670-BA07EE7CCAD5}">
      <dsp:nvSpPr>
        <dsp:cNvPr id="0" name=""/>
        <dsp:cNvSpPr/>
      </dsp:nvSpPr>
      <dsp:spPr>
        <a:xfrm>
          <a:off x="3610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Bioinformatic workflow</a:t>
          </a:r>
        </a:p>
      </dsp:txBody>
      <dsp:txXfrm>
        <a:off x="3610" y="1701681"/>
        <a:ext cx="5586402" cy="1429145"/>
      </dsp:txXfrm>
    </dsp:sp>
    <dsp:sp modelId="{A5384461-3C55-409F-A76C-DC6C5CADCFE8}">
      <dsp:nvSpPr>
        <dsp:cNvPr id="0" name=""/>
        <dsp:cNvSpPr/>
      </dsp:nvSpPr>
      <dsp:spPr>
        <a:xfrm>
          <a:off x="5594593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Validates workflow orchestration across pilots</a:t>
          </a:r>
        </a:p>
      </dsp:txBody>
      <dsp:txXfrm>
        <a:off x="5594593" y="1701681"/>
        <a:ext cx="5586402" cy="1429145"/>
      </dsp:txXfrm>
    </dsp:sp>
    <dsp:sp modelId="{1CEB22B1-9A7E-4A91-AF0C-26B893E69FA6}">
      <dsp:nvSpPr>
        <dsp:cNvPr id="0" name=""/>
        <dsp:cNvSpPr/>
      </dsp:nvSpPr>
      <dsp:spPr>
        <a:xfrm>
          <a:off x="11189186" y="1701681"/>
          <a:ext cx="5586402" cy="1429145"/>
        </a:xfrm>
        <a:prstGeom prst="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38100" cap="flat" cmpd="sng" algn="ctr">
          <a:solidFill>
            <a:schemeClr val="tx1"/>
          </a:solidFill>
          <a:prstDash val="solid"/>
          <a:miter lim="800000"/>
        </a:ln>
        <a:effectLst/>
        <a:scene3d>
          <a:camera prst="orthographicFront"/>
          <a:lightRig rig="flat" dir="t"/>
        </a:scene3d>
        <a:sp3d z="190500" extrusionH="12700" prstMaterial="plastic">
          <a:bevelT w="50800" h="50800"/>
        </a:sp3d>
      </dsp:spPr>
      <dsp:style>
        <a:lnRef idx="1">
          <a:scrgbClr r="0" g="0" b="0"/>
        </a:lnRef>
        <a:fillRef idx="1">
          <a:scrgbClr r="0" g="0" b="0"/>
        </a:fillRef>
        <a:effectRef idx="2">
          <a:scrgbClr r="0" g="0" b="0"/>
        </a:effectRef>
        <a:fontRef idx="minor"/>
      </dsp:style>
      <dsp:txBody>
        <a:bodyPr spcFirstLastPara="0" vert="horz" wrap="square" lIns="199136" tIns="35560" rIns="199136" bIns="35560" numCol="1" spcCol="1270" anchor="ctr" anchorCtr="0">
          <a:noAutofit/>
        </a:bodyPr>
        <a:lstStyle/>
        <a:p>
          <a:pPr marL="0" lvl="0" indent="0" algn="ctr" defTabSz="1244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IE" sz="2800" b="1" kern="1200" dirty="0"/>
            <a:t>Operational across relational        &amp; non-relational databases</a:t>
          </a:r>
        </a:p>
      </dsp:txBody>
      <dsp:txXfrm>
        <a:off x="11189186" y="1701681"/>
        <a:ext cx="5586402" cy="142914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9/layout/CircleArrowProcess">
  <dgm:title val=""/>
  <dgm:desc val=""/>
  <dgm:catLst>
    <dgm:cat type="process" pri="16500"/>
    <dgm:cat type="cycle" pri="16000"/>
  </dgm:catLst>
  <dgm:samp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</dgm:ptLst>
      <dgm:cxnLst>
        <dgm:cxn modelId="40" srcId="0" destId="10" srcOrd="0" destOrd="0"/>
        <dgm:cxn modelId="50" srcId="0" destId="20" srcOrd="1" destOrd="0"/>
        <dgm:cxn modelId="60" srcId="0" destId="30" srcOrd="2" destOrd="0"/>
      </dgm:cxnLst>
      <dgm:bg/>
      <dgm:whole/>
    </dgm:dataModel>
  </dgm:sampData>
  <dgm:styleData>
    <dgm:dataModel>
      <dgm:ptLst>
        <dgm:pt modelId="0" type="doc"/>
        <dgm:pt modelId="10">
          <dgm:prSet phldr="1"/>
        </dgm:pt>
        <dgm:pt modelId="20">
          <dgm:prSet phldr="1"/>
        </dgm:pt>
      </dgm:ptLst>
      <dgm:cxnLst>
        <dgm:cxn modelId="30" srcId="0" destId="10" srcOrd="0" destOrd="0"/>
        <dgm:cxn modelId="40" srcId="0" destId="20" srcOrd="1" destOrd="0"/>
      </dgm:cxnLst>
      <dgm:bg/>
      <dgm:whole/>
    </dgm:dataModel>
  </dgm:styleData>
  <dgm:clrData>
    <dgm:dataModel>
      <dgm:ptLst>
        <dgm:pt modelId="0" type="doc"/>
        <dgm:pt modelId="10">
          <dgm:prSet phldr="1"/>
        </dgm:pt>
        <dgm:pt modelId="20">
          <dgm:prSet phldr="1"/>
        </dgm:pt>
        <dgm:pt modelId="30">
          <dgm:prSet phldr="1"/>
        </dgm:pt>
        <dgm:pt modelId="40">
          <dgm:prSet phldr="1"/>
        </dgm:pt>
      </dgm:ptLst>
      <dgm:cxnLst>
        <dgm:cxn modelId="50" srcId="0" destId="10" srcOrd="0" destOrd="0"/>
        <dgm:cxn modelId="60" srcId="0" destId="20" srcOrd="1" destOrd="0"/>
        <dgm:cxn modelId="70" srcId="0" destId="30" srcOrd="2" destOrd="0"/>
        <dgm:cxn modelId="80" srcId="0" destId="40" srcOrd="3" destOrd="0"/>
      </dgm:cxnLst>
      <dgm:bg/>
      <dgm:whole/>
    </dgm:dataModel>
  </dgm:clrData>
  <dgm:layoutNode name="Name0">
    <dgm:varLst>
      <dgm:chMax val="7"/>
      <dgm:chPref val="7"/>
      <dgm:dir/>
      <dgm:animLvl val="lvl"/>
    </dgm:varLst>
    <dgm:shape xmlns:r="http://schemas.openxmlformats.org/officeDocument/2006/relationships" r:blip="">
      <dgm:adjLst/>
    </dgm:shape>
    <dgm:choose name="Name1">
      <dgm:if name="Name2" func="var" arg="dir" op="equ" val="norm">
        <dgm:choose name="Name3">
          <dgm:if name="Name4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5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0.1144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Parent1" refType="w" fact="0.2368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0822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6678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5164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  <dgm:constr type="l" for="ch" forName="Accent2" refType="w" fact="0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</dgm:constrLst>
          </dgm:if>
          <dgm:if name="Name6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.1479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Parent1" refType="w" fact="0.2656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Accent3" refType="w" fact="0.185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2" refType="w" fact="0.1183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266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2" refType="w" fact="0.532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1" refType="w" fact="0.680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3" refType="w" fact="0.680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7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.1481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Parent1" refType="w" fact="0.2658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1171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2658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1171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6804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5348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6804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5348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  <dgm:constr type="l" for="ch" forName="Accent4" refType="w" fact="0.038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</dgm:constrLst>
          </dgm:if>
          <dgm:if name="Name8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.1481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186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2658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1171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2658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1171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2658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6804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5348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6804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5348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6804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9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.1481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Parent1" refType="w" fact="0.2658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1171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2658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1171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Child1" refType="w" fact="0.6804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5348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6804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5348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Accent5" refType="w" fact="0.1481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038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5" refType="w" fact="0.2658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1171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5" refType="w" fact="0.6804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5348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0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.1481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.1481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Parent1" refType="w" fact="0.2658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1171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2658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1171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Child1" refType="w" fact="0.6804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5348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6804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5348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Accent5" refType="w" fact="0.1481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186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5" refType="w" fact="0.2658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1171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2658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5" refType="w" fact="0.6804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5348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6804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if>
      <dgm:else name="Name11">
        <dgm:choose name="Name12">
          <dgm:if name="Name13" axis="ch" ptType="node" func="cnt" op="equ" val="1">
            <dgm:alg type="composite">
              <dgm:param type="ar" val="1.5999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l" for="ch" forName="Child1" refType="w" fact="0.625"/>
              <dgm:constr type="t" for="ch" forName="Child1" refType="h" fact="0.2981"/>
              <dgm:constr type="w" for="ch" forName="Child1" refType="w" fact="0.375"/>
              <dgm:constr type="h" for="ch" forName="Child1" refType="h" fact="0.4001"/>
              <dgm:constr type="l" for="ch" forName="Accent1" refType="w" fact="0"/>
              <dgm:constr type="t" for="ch" forName="Accent1" refType="h" fact="0"/>
              <dgm:constr type="w" for="ch" forName="Accent1" refType="w" fact="0.6249"/>
              <dgm:constr type="h" for="ch" forName="Accent1" refType="h"/>
              <dgm:constr type="l" for="ch" forName="Parent1" refType="w" fact="0.138"/>
              <dgm:constr type="t" for="ch" forName="Parent1" refType="h" fact="0.362"/>
              <dgm:constr type="w" for="ch" forName="Parent1" refType="w" fact="0.3487"/>
              <dgm:constr type="h" for="ch" forName="Parent1" refType="h" fact="0.2789"/>
            </dgm:constrLst>
          </dgm:if>
          <dgm:if name="Name14" axis="ch" ptType="node" func="cnt" op="equ" val="2">
            <dgm:alg type="composite">
              <dgm:param type="ar" val="1.2026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Parent2" refType="primFontSz" refFor="des" refForName="Parent1" op="equ"/>
              <dgm:constr type="primFontSz" for="des" forName="Child2" refType="primFontSz" refFor="des" refForName="Child1" op="equ"/>
              <dgm:constr type="l" for="ch" forName="Accent1" refType="w" fact="-0.0407"/>
              <dgm:constr type="t" for="ch" forName="Accent1" refType="h" fact="0"/>
              <dgm:constr type="w" for="ch" forName="Accent1" refType="w" fact="0.5542"/>
              <dgm:constr type="h" for="ch" forName="Accent1" refType="h" fact="0.6665"/>
              <dgm:constr type="l" for="ch" forName="Accent2" refType="w" fact="0.1533"/>
              <dgm:constr type="t" for="ch" forName="Accent2" refType="h" fact="0.4272"/>
              <dgm:constr type="w" for="ch" forName="Accent2" refType="w" fact="0.4761"/>
              <dgm:constr type="h" for="ch" forName="Accent2" refType="h" fact="0.5728"/>
              <dgm:constr type="l" for="ch" forName="Parent1" refType="w" fact="0.0822"/>
              <dgm:constr type="t" for="ch" forName="Parent1" refType="h" fact="0.2413"/>
              <dgm:constr type="w" for="ch" forName="Parent1" refType="w" fact="0.3092"/>
              <dgm:constr type="h" for="ch" forName="Parent1" refType="h" fact="0.1859"/>
              <dgm:constr type="l" for="ch" forName="Parent2" refType="w" fact="0.2368"/>
              <dgm:constr type="t" for="ch" forName="Parent2" refType="h" fact="0.625"/>
              <dgm:constr type="w" for="ch" forName="Parent2" refType="w" fact="0.3092"/>
              <dgm:constr type="h" for="ch" forName="Parent2" refType="h" fact="0.1859"/>
              <dgm:constr type="l" for="ch" forName="Child1" refType="w" fact="0.5164"/>
              <dgm:constr type="t" for="ch" forName="Child1" refType="h" fact="0.1978"/>
              <dgm:constr type="w" for="ch" forName="Child1" refType="w" fact="0.3322"/>
              <dgm:constr type="h" for="ch" forName="Child1" refType="h" fact="0.265"/>
              <dgm:constr type="l" for="ch" forName="Child2" refType="w" fact="0.6678"/>
              <dgm:constr type="t" for="ch" forName="Child2" refType="h" fact="0.5855"/>
              <dgm:constr type="w" for="ch" forName="Child2" refType="w" fact="0.3322"/>
              <dgm:constr type="h" for="ch" forName="Child2" refType="h" fact="0.265"/>
            </dgm:constrLst>
          </dgm:if>
          <dgm:if name="Name15" axis="ch" ptType="node" func="cnt" op="equ" val="3">
            <dgm:alg type="composite">
              <dgm:param type="ar" val="0.9039"/>
            </dgm:alg>
            <dgm:shape xmlns:r="http://schemas.openxmlformats.org/officeDocument/2006/relationships" r:blip="">
              <dgm:adjLst/>
            </dgm:shape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25"/>
              <dgm:constr type="h" for="ch" forName="Accent1" refType="h" fact="0.4814"/>
              <dgm:constr type="l" for="ch" forName="Accent2" refType="w" fact="0.1479"/>
              <dgm:constr type="t" for="ch" forName="Accent2" refType="h" fact="0.2766"/>
              <dgm:constr type="w" for="ch" forName="Accent2" refType="w" fact="0.5325"/>
              <dgm:constr type="h" for="ch" forName="Accent2" refType="h" fact="0.4814"/>
              <dgm:constr type="l" for="ch" forName="Accent3" refType="w" fact="0.0378"/>
              <dgm:constr type="t" for="ch" forName="Accent3" refType="h" fact="0.5863"/>
              <dgm:constr type="w" for="ch" forName="Accent3" refType="w" fact="0.4575"/>
              <dgm:constr type="h" for="ch" forName="Accent3" refType="h" fact="0.4137"/>
              <dgm:constr type="l" for="ch" forName="Parent1" refType="w" fact="0.1183"/>
              <dgm:constr type="t" for="ch" forName="Parent1" refType="h" fact="0.1738"/>
              <dgm:constr type="w" for="ch" forName="Parent1" refType="w" fact="0.2959"/>
              <dgm:constr type="h" for="ch" forName="Parent1" refType="h" fact="0.1337"/>
              <dgm:constr type="l" for="ch" forName="Parent2" refType="w" fact="0.2656"/>
              <dgm:constr type="t" for="ch" forName="Parent2" refType="h" fact="0.452"/>
              <dgm:constr type="w" for="ch" forName="Parent2" refType="w" fact="0.2959"/>
              <dgm:constr type="h" for="ch" forName="Parent2" refType="h" fact="0.1337"/>
              <dgm:constr type="l" for="ch" forName="Parent3" refType="w" fact="0.1183"/>
              <dgm:constr type="t" for="ch" forName="Parent3" refType="h" fact="0.7306"/>
              <dgm:constr type="w" for="ch" forName="Parent3" refType="w" fact="0.2959"/>
              <dgm:constr type="h" for="ch" forName="Parent3" refType="h" fact="0.1337"/>
              <dgm:constr type="l" for="ch" forName="Child1" refType="w" fact="0.5325"/>
              <dgm:constr type="t" for="ch" forName="Child1" refType="h" fact="0.1435"/>
              <dgm:constr type="w" for="ch" forName="Child1" refType="w" fact="0.3195"/>
              <dgm:constr type="h" for="ch" forName="Child1" refType="h" fact="0.1926"/>
              <dgm:constr type="l" for="ch" forName="Child2" refType="w" fact="0.6805"/>
              <dgm:constr type="t" for="ch" forName="Child2" refType="h" fact="0.4217"/>
              <dgm:constr type="w" for="ch" forName="Child2" refType="w" fact="0.3195"/>
              <dgm:constr type="h" for="ch" forName="Child2" refType="h" fact="0.1926"/>
              <dgm:constr type="l" for="ch" forName="Child3" refType="w" fact="0.5325"/>
              <dgm:constr type="t" for="ch" forName="Child3" refType="h" fact="0.6998"/>
              <dgm:constr type="w" for="ch" forName="Child3" refType="w" fact="0.3195"/>
              <dgm:constr type="h" for="ch" forName="Child3" refType="h" fact="0.1926"/>
            </dgm:constrLst>
          </dgm:if>
          <dgm:if name="Name16" axis="ch" ptType="node" func="cnt" op="equ" val="4">
            <dgm:alg type="composite">
              <dgm:param type="ar" val="0.7073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771"/>
              <dgm:constr type="l" for="ch" forName="Accent2" refType="w" fact="0.1481"/>
              <dgm:constr type="t" for="ch" forName="Accent2" refType="h" fact="0.2167"/>
              <dgm:constr type="w" for="ch" forName="Accent2" refType="w" fact="0.5331"/>
              <dgm:constr type="h" for="ch" forName="Accent2" refType="h" fact="0.3771"/>
              <dgm:constr type="l" for="ch" forName="Accent3" refType="w" fact="0"/>
              <dgm:constr type="t" for="ch" forName="Accent3" refType="h" fact="0.4342"/>
              <dgm:constr type="w" for="ch" forName="Accent3" refType="w" fact="0.5331"/>
              <dgm:constr type="h" for="ch" forName="Accent3" refType="h" fact="0.3771"/>
              <dgm:constr type="l" for="ch" forName="Accent4" refType="w" fact="0.186"/>
              <dgm:constr type="t" for="ch" forName="Accent4" refType="h" fact="0.6759"/>
              <dgm:constr type="w" for="ch" forName="Accent4" refType="w" fact="0.458"/>
              <dgm:constr type="h" for="ch" forName="Accent4" refType="h" fact="0.3241"/>
              <dgm:constr type="l" for="ch" forName="Parent1" refType="w" fact="0.1171"/>
              <dgm:constr type="t" for="ch" forName="Parent1" refType="h" fact="0.1365"/>
              <dgm:constr type="w" for="ch" forName="Parent1" refType="w" fact="0.2975"/>
              <dgm:constr type="h" for="ch" forName="Parent1" refType="h" fact="0.1052"/>
              <dgm:constr type="l" for="ch" forName="Parent2" refType="w" fact="0.2658"/>
              <dgm:constr type="t" for="ch" forName="Parent2" refType="h" fact="0.3536"/>
              <dgm:constr type="w" for="ch" forName="Parent2" refType="w" fact="0.2975"/>
              <dgm:constr type="h" for="ch" forName="Parent2" refType="h" fact="0.1052"/>
              <dgm:constr type="l" for="ch" forName="Parent3" refType="w" fact="0.1171"/>
              <dgm:constr type="t" for="ch" forName="Parent3" refType="h" fact="0.5707"/>
              <dgm:constr type="w" for="ch" forName="Parent3" refType="w" fact="0.2975"/>
              <dgm:constr type="h" for="ch" forName="Parent3" refType="h" fact="0.1052"/>
              <dgm:constr type="l" for="ch" forName="Parent4" refType="w" fact="0.2658"/>
              <dgm:constr type="t" for="ch" forName="Parent4" refType="h" fact="0.7878"/>
              <dgm:constr type="w" for="ch" forName="Parent4" refType="w" fact="0.2975"/>
              <dgm:constr type="h" for="ch" forName="Parent4" refType="h" fact="0.1052"/>
              <dgm:constr type="l" for="ch" forName="Child1" refType="w" fact="0.5348"/>
              <dgm:constr type="t" for="ch" forName="Child1" refType="h" fact="0.1119"/>
              <dgm:constr type="w" for="ch" forName="Child1" refType="w" fact="0.3196"/>
              <dgm:constr type="h" for="ch" forName="Child1" refType="h" fact="0.15"/>
              <dgm:constr type="l" for="ch" forName="Child2" refType="w" fact="0.6804"/>
              <dgm:constr type="t" for="ch" forName="Child2" refType="h" fact="0.3312"/>
              <dgm:constr type="w" for="ch" forName="Child2" refType="w" fact="0.3196"/>
              <dgm:constr type="h" for="ch" forName="Child2" refType="h" fact="0.15"/>
              <dgm:constr type="l" for="ch" forName="Child3" refType="w" fact="0.5348"/>
              <dgm:constr type="t" for="ch" forName="Child3" refType="h" fact="0.5461"/>
              <dgm:constr type="w" for="ch" forName="Child3" refType="w" fact="0.3196"/>
              <dgm:constr type="h" for="ch" forName="Child3" refType="h" fact="0.15"/>
              <dgm:constr type="l" for="ch" forName="Child4" refType="w" fact="0.6804"/>
              <dgm:constr type="t" for="ch" forName="Child4" refType="h" fact="0.7632"/>
              <dgm:constr type="w" for="ch" forName="Child4" refType="w" fact="0.3196"/>
              <dgm:constr type="h" for="ch" forName="Child4" refType="h" fact="0.15"/>
            </dgm:constrLst>
          </dgm:if>
          <dgm:if name="Name17" axis="ch" ptType="node" func="cnt" op="equ" val="5">
            <dgm:alg type="composite">
              <dgm:param type="ar" val="0.581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3098"/>
              <dgm:constr type="l" for="ch" forName="Accent2" refType="w" fact="0.1481"/>
              <dgm:constr type="t" for="ch" forName="Accent2" refType="h" fact="0.178"/>
              <dgm:constr type="w" for="ch" forName="Accent2" refType="w" fact="0.5331"/>
              <dgm:constr type="h" for="ch" forName="Accent2" refType="h" fact="0.3098"/>
              <dgm:constr type="l" for="ch" forName="Accent3" refType="w" fact="0"/>
              <dgm:constr type="t" for="ch" forName="Accent3" refType="h" fact="0.3568"/>
              <dgm:constr type="w" for="ch" forName="Accent3" refType="w" fact="0.5331"/>
              <dgm:constr type="h" for="ch" forName="Accent3" refType="h" fact="0.3098"/>
              <dgm:constr type="l" for="ch" forName="Accent4" refType="w" fact="0.1481"/>
              <dgm:constr type="t" for="ch" forName="Accent4" refType="h" fact="0.5351"/>
              <dgm:constr type="w" for="ch" forName="Accent4" refType="w" fact="0.5331"/>
              <dgm:constr type="h" for="ch" forName="Accent4" refType="h" fact="0.3098"/>
              <dgm:constr type="l" for="ch" forName="Accent5" refType="w" fact="0.0378"/>
              <dgm:constr type="t" for="ch" forName="Accent5" refType="h" fact="0.7337"/>
              <dgm:constr type="w" for="ch" forName="Accent5" refType="w" fact="0.458"/>
              <dgm:constr type="h" for="ch" forName="Accent5" refType="h" fact="0.2663"/>
              <dgm:constr type="l" for="ch" forName="Parent1" refType="w" fact="0.1171"/>
              <dgm:constr type="t" for="ch" forName="Parent1" refType="h" fact="0.1122"/>
              <dgm:constr type="w" for="ch" forName="Parent1" refType="w" fact="0.2975"/>
              <dgm:constr type="h" for="ch" forName="Parent1" refType="h" fact="0.0864"/>
              <dgm:constr type="l" for="ch" forName="Parent2" refType="w" fact="0.2658"/>
              <dgm:constr type="t" for="ch" forName="Parent2" refType="h" fact="0.2906"/>
              <dgm:constr type="w" for="ch" forName="Parent2" refType="w" fact="0.2975"/>
              <dgm:constr type="h" for="ch" forName="Parent2" refType="h" fact="0.0864"/>
              <dgm:constr type="l" for="ch" forName="Parent3" refType="w" fact="0.1171"/>
              <dgm:constr type="t" for="ch" forName="Parent3" refType="h" fact="0.4689"/>
              <dgm:constr type="w" for="ch" forName="Parent3" refType="w" fact="0.2975"/>
              <dgm:constr type="h" for="ch" forName="Parent3" refType="h" fact="0.0864"/>
              <dgm:constr type="l" for="ch" forName="Parent4" refType="w" fact="0.2658"/>
              <dgm:constr type="t" for="ch" forName="Parent4" refType="h" fact="0.6473"/>
              <dgm:constr type="w" for="ch" forName="Parent4" refType="w" fact="0.2975"/>
              <dgm:constr type="h" for="ch" forName="Parent4" refType="h" fact="0.0864"/>
              <dgm:constr type="l" for="ch" forName="Parent5" refType="w" fact="0.1171"/>
              <dgm:constr type="t" for="ch" forName="Parent5" refType="h" fact="0.8257"/>
              <dgm:constr type="w" for="ch" forName="Parent5" refType="w" fact="0.2975"/>
              <dgm:constr type="h" for="ch" forName="Parent5" refType="h" fact="0.0864"/>
              <dgm:constr type="l" for="ch" forName="Child1" refType="w" fact="0.5348"/>
              <dgm:constr type="t" for="ch" forName="Child1" refType="h" fact="0.0919"/>
              <dgm:constr type="w" for="ch" forName="Child1" refType="w" fact="0.3196"/>
              <dgm:constr type="h" for="ch" forName="Child1" refType="h" fact="0.1232"/>
              <dgm:constr type="l" for="ch" forName="Child2" refType="w" fact="0.6804"/>
              <dgm:constr type="t" for="ch" forName="Child2" refType="h" fact="0.2722"/>
              <dgm:constr type="w" for="ch" forName="Child2" refType="w" fact="0.3196"/>
              <dgm:constr type="h" for="ch" forName="Child2" refType="h" fact="0.1232"/>
              <dgm:constr type="l" for="ch" forName="Child3" refType="w" fact="0.5348"/>
              <dgm:constr type="t" for="ch" forName="Child3" refType="h" fact="0.4487"/>
              <dgm:constr type="w" for="ch" forName="Child3" refType="w" fact="0.3196"/>
              <dgm:constr type="h" for="ch" forName="Child3" refType="h" fact="0.1232"/>
              <dgm:constr type="l" for="ch" forName="Child4" refType="w" fact="0.6804"/>
              <dgm:constr type="t" for="ch" forName="Child4" refType="h" fact="0.6271"/>
              <dgm:constr type="w" for="ch" forName="Child4" refType="w" fact="0.3196"/>
              <dgm:constr type="h" for="ch" forName="Child4" refType="h" fact="0.1232"/>
              <dgm:constr type="l" for="ch" forName="Child5" refType="w" fact="0.5348"/>
              <dgm:constr type="t" for="ch" forName="Child5" refType="h" fact="0.8073"/>
              <dgm:constr type="w" for="ch" forName="Child5" refType="w" fact="0.3196"/>
              <dgm:constr type="h" for="ch" forName="Child5" refType="h" fact="0.1232"/>
            </dgm:constrLst>
          </dgm:if>
          <dgm:if name="Name18" axis="ch" ptType="node" func="cnt" op="equ" val="6">
            <dgm:alg type="composite">
              <dgm:param type="ar" val="0.4931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629"/>
              <dgm:constr type="l" for="ch" forName="Accent2" refType="w" fact="0.1481"/>
              <dgm:constr type="t" for="ch" forName="Accent2" refType="h" fact="0.1511"/>
              <dgm:constr type="w" for="ch" forName="Accent2" refType="w" fact="0.5331"/>
              <dgm:constr type="h" for="ch" forName="Accent2" refType="h" fact="0.2629"/>
              <dgm:constr type="l" for="ch" forName="Accent3" refType="w" fact="0"/>
              <dgm:constr type="t" for="ch" forName="Accent3" refType="h" fact="0.3027"/>
              <dgm:constr type="w" for="ch" forName="Accent3" refType="w" fact="0.5331"/>
              <dgm:constr type="h" for="ch" forName="Accent3" refType="h" fact="0.2629"/>
              <dgm:constr type="l" for="ch" forName="Accent4" refType="w" fact="0.1481"/>
              <dgm:constr type="t" for="ch" forName="Accent4" refType="h" fact="0.4541"/>
              <dgm:constr type="w" for="ch" forName="Accent4" refType="w" fact="0.5331"/>
              <dgm:constr type="h" for="ch" forName="Accent4" refType="h" fact="0.2629"/>
              <dgm:constr type="l" for="ch" forName="Accent5" refType="w" fact="0"/>
              <dgm:constr type="t" for="ch" forName="Accent5" refType="h" fact="0.6053"/>
              <dgm:constr type="w" for="ch" forName="Accent5" refType="w" fact="0.5331"/>
              <dgm:constr type="h" for="ch" forName="Accent5" refType="h" fact="0.2629"/>
              <dgm:constr type="l" for="ch" forName="Accent6" refType="w" fact="0.186"/>
              <dgm:constr type="t" for="ch" forName="Accent6" refType="h" fact="0.774"/>
              <dgm:constr type="w" for="ch" forName="Accent6" refType="w" fact="0.458"/>
              <dgm:constr type="h" for="ch" forName="Accent6" refType="h" fact="0.226"/>
              <dgm:constr type="l" for="ch" forName="Parent1" refType="w" fact="0.1171"/>
              <dgm:constr type="t" for="ch" forName="Parent1" refType="h" fact="0.0952"/>
              <dgm:constr type="w" for="ch" forName="Parent1" refType="w" fact="0.2975"/>
              <dgm:constr type="h" for="ch" forName="Parent1" refType="h" fact="0.0733"/>
              <dgm:constr type="l" for="ch" forName="Parent2" refType="w" fact="0.2658"/>
              <dgm:constr type="t" for="ch" forName="Parent2" refType="h" fact="0.2466"/>
              <dgm:constr type="w" for="ch" forName="Parent2" refType="w" fact="0.2975"/>
              <dgm:constr type="h" for="ch" forName="Parent2" refType="h" fact="0.0733"/>
              <dgm:constr type="l" for="ch" forName="Parent3" refType="w" fact="0.1171"/>
              <dgm:constr type="t" for="ch" forName="Parent3" refType="h" fact="0.3979"/>
              <dgm:constr type="w" for="ch" forName="Parent3" refType="w" fact="0.2975"/>
              <dgm:constr type="h" for="ch" forName="Parent3" refType="h" fact="0.0733"/>
              <dgm:constr type="l" for="ch" forName="Parent4" refType="w" fact="0.2658"/>
              <dgm:constr type="t" for="ch" forName="Parent4" refType="h" fact="0.5493"/>
              <dgm:constr type="w" for="ch" forName="Parent4" refType="w" fact="0.2975"/>
              <dgm:constr type="h" for="ch" forName="Parent4" refType="h" fact="0.0733"/>
              <dgm:constr type="l" for="ch" forName="Parent5" refType="w" fact="0.1171"/>
              <dgm:constr type="t" for="ch" forName="Parent5" refType="h" fact="0.7005"/>
              <dgm:constr type="w" for="ch" forName="Parent5" refType="w" fact="0.2975"/>
              <dgm:constr type="h" for="ch" forName="Parent5" refType="h" fact="0.0733"/>
              <dgm:constr type="l" for="ch" forName="Parent6" refType="w" fact="0.2658"/>
              <dgm:constr type="t" for="ch" forName="Parent6" refType="h" fact="0.8519"/>
              <dgm:constr type="w" for="ch" forName="Parent6" refType="w" fact="0.2975"/>
              <dgm:constr type="h" for="ch" forName="Parent6" refType="h" fact="0.0733"/>
              <dgm:constr type="l" for="ch" forName="Child1" refType="w" fact="0.5348"/>
              <dgm:constr type="t" for="ch" forName="Child1" refType="h" fact="0.078"/>
              <dgm:constr type="w" for="ch" forName="Child1" refType="w" fact="0.3196"/>
              <dgm:constr type="h" for="ch" forName="Child1" refType="h" fact="0.1046"/>
              <dgm:constr type="l" for="ch" forName="Child2" refType="w" fact="0.6804"/>
              <dgm:constr type="t" for="ch" forName="Child2" refType="h" fact="0.231"/>
              <dgm:constr type="w" for="ch" forName="Child2" refType="w" fact="0.3196"/>
              <dgm:constr type="h" for="ch" forName="Child2" refType="h" fact="0.1046"/>
              <dgm:constr type="l" for="ch" forName="Child3" refType="w" fact="0.5348"/>
              <dgm:constr type="t" for="ch" forName="Child3" refType="h" fact="0.3808"/>
              <dgm:constr type="w" for="ch" forName="Child3" refType="w" fact="0.3196"/>
              <dgm:constr type="h" for="ch" forName="Child3" refType="h" fact="0.1046"/>
              <dgm:constr type="l" for="ch" forName="Child4" refType="w" fact="0.6804"/>
              <dgm:constr type="t" for="ch" forName="Child4" refType="h" fact="0.5322"/>
              <dgm:constr type="w" for="ch" forName="Child4" refType="w" fact="0.3196"/>
              <dgm:constr type="h" for="ch" forName="Child4" refType="h" fact="0.1046"/>
              <dgm:constr type="l" for="ch" forName="Child5" refType="w" fact="0.5348"/>
              <dgm:constr type="t" for="ch" forName="Child5" refType="h" fact="0.6833"/>
              <dgm:constr type="w" for="ch" forName="Child5" refType="w" fact="0.3196"/>
              <dgm:constr type="h" for="ch" forName="Child5" refType="h" fact="0.1046"/>
              <dgm:constr type="l" for="ch" forName="Child6" refType="w" fact="0.6804"/>
              <dgm:constr type="t" for="ch" forName="Child6" refType="h" fact="0.8347"/>
              <dgm:constr type="w" for="ch" forName="Child6" refType="w" fact="0.3196"/>
              <dgm:constr type="h" for="ch" forName="Child6" refType="h" fact="0.1046"/>
            </dgm:constrLst>
          </dgm:if>
          <dgm:else name="Name19">
            <dgm:alg type="composite">
              <dgm:param type="ar" val="0.4284"/>
            </dgm:alg>
            <dgm:constrLst>
              <dgm:constr type="primFontSz" for="des" forName="Child1" val="65"/>
              <dgm:constr type="primFontSz" for="des" forName="Parent1" val="65"/>
              <dgm:constr type="primFontSz" for="des" forName="Child1" refType="primFontSz" refFor="des" refForName="Parent1" op="lte"/>
              <dgm:constr type="primFontSz" for="des" forName="Child2" refType="primFontSz" refFor="des" refForName="Parent1" op="lte"/>
              <dgm:constr type="primFontSz" for="des" forName="Child3" refType="primFontSz" refFor="des" refForName="Parent1" op="lte"/>
              <dgm:constr type="primFontSz" for="des" forName="Child4" refType="primFontSz" refFor="des" refForName="Parent1" op="lte"/>
              <dgm:constr type="primFontSz" for="des" forName="Child5" refType="primFontSz" refFor="des" refForName="Parent1" op="lte"/>
              <dgm:constr type="primFontSz" for="des" forName="Child6" refType="primFontSz" refFor="des" refForName="Parent1" op="lte"/>
              <dgm:constr type="primFontSz" for="des" forName="Child7" refType="primFontSz" refFor="des" refForName="Parent1" op="lte"/>
              <dgm:constr type="primFontSz" for="des" forName="Child1" refType="primFontSz" refFor="des" refForName="Parent2" op="lte"/>
              <dgm:constr type="primFontSz" for="des" forName="Child2" refType="primFontSz" refFor="des" refForName="Parent2" op="lte"/>
              <dgm:constr type="primFontSz" for="des" forName="Child3" refType="primFontSz" refFor="des" refForName="Parent2" op="lte"/>
              <dgm:constr type="primFontSz" for="des" forName="Child4" refType="primFontSz" refFor="des" refForName="Parent2" op="lte"/>
              <dgm:constr type="primFontSz" for="des" forName="Child5" refType="primFontSz" refFor="des" refForName="Parent2" op="lte"/>
              <dgm:constr type="primFontSz" for="des" forName="Child6" refType="primFontSz" refFor="des" refForName="Parent2" op="lte"/>
              <dgm:constr type="primFontSz" for="des" forName="Child7" refType="primFontSz" refFor="des" refForName="Parent2" op="lte"/>
              <dgm:constr type="primFontSz" for="des" forName="Child1" refType="primFontSz" refFor="des" refForName="Parent3" op="lte"/>
              <dgm:constr type="primFontSz" for="des" forName="Child2" refType="primFontSz" refFor="des" refForName="Parent3" op="lte"/>
              <dgm:constr type="primFontSz" for="des" forName="Child3" refType="primFontSz" refFor="des" refForName="Parent3" op="lte"/>
              <dgm:constr type="primFontSz" for="des" forName="Child4" refType="primFontSz" refFor="des" refForName="Parent3" op="lte"/>
              <dgm:constr type="primFontSz" for="des" forName="Child5" refType="primFontSz" refFor="des" refForName="Parent3" op="lte"/>
              <dgm:constr type="primFontSz" for="des" forName="Child6" refType="primFontSz" refFor="des" refForName="Parent3" op="lte"/>
              <dgm:constr type="primFontSz" for="des" forName="Child7" refType="primFontSz" refFor="des" refForName="Parent3" op="lte"/>
              <dgm:constr type="primFontSz" for="des" forName="Child1" refType="primFontSz" refFor="des" refForName="Parent4" op="lte"/>
              <dgm:constr type="primFontSz" for="des" forName="Child2" refType="primFontSz" refFor="des" refForName="Parent4" op="lte"/>
              <dgm:constr type="primFontSz" for="des" forName="Child3" refType="primFontSz" refFor="des" refForName="Parent4" op="lte"/>
              <dgm:constr type="primFontSz" for="des" forName="Child4" refType="primFontSz" refFor="des" refForName="Parent4" op="lte"/>
              <dgm:constr type="primFontSz" for="des" forName="Child5" refType="primFontSz" refFor="des" refForName="Parent4" op="lte"/>
              <dgm:constr type="primFontSz" for="des" forName="Child6" refType="primFontSz" refFor="des" refForName="Parent4" op="lte"/>
              <dgm:constr type="primFontSz" for="des" forName="Child7" refType="primFontSz" refFor="des" refForName="Parent4" op="lte"/>
              <dgm:constr type="primFontSz" for="des" forName="Child1" refType="primFontSz" refFor="des" refForName="Parent5" op="lte"/>
              <dgm:constr type="primFontSz" for="des" forName="Child2" refType="primFontSz" refFor="des" refForName="Parent5" op="lte"/>
              <dgm:constr type="primFontSz" for="des" forName="Child3" refType="primFontSz" refFor="des" refForName="Parent5" op="lte"/>
              <dgm:constr type="primFontSz" for="des" forName="Child4" refType="primFontSz" refFor="des" refForName="Parent5" op="lte"/>
              <dgm:constr type="primFontSz" for="des" forName="Child5" refType="primFontSz" refFor="des" refForName="Parent5" op="lte"/>
              <dgm:constr type="primFontSz" for="des" forName="Child6" refType="primFontSz" refFor="des" refForName="Parent5" op="lte"/>
              <dgm:constr type="primFontSz" for="des" forName="Child7" refType="primFontSz" refFor="des" refForName="Parent5" op="lte"/>
              <dgm:constr type="primFontSz" for="des" forName="Child1" refType="primFontSz" refFor="des" refForName="Parent6" op="lte"/>
              <dgm:constr type="primFontSz" for="des" forName="Child2" refType="primFontSz" refFor="des" refForName="Parent6" op="lte"/>
              <dgm:constr type="primFontSz" for="des" forName="Child3" refType="primFontSz" refFor="des" refForName="Parent6" op="lte"/>
              <dgm:constr type="primFontSz" for="des" forName="Child4" refType="primFontSz" refFor="des" refForName="Parent6" op="lte"/>
              <dgm:constr type="primFontSz" for="des" forName="Child5" refType="primFontSz" refFor="des" refForName="Parent6" op="lte"/>
              <dgm:constr type="primFontSz" for="des" forName="Child6" refType="primFontSz" refFor="des" refForName="Parent6" op="lte"/>
              <dgm:constr type="primFontSz" for="des" forName="Child7" refType="primFontSz" refFor="des" refForName="Parent6" op="lte"/>
              <dgm:constr type="primFontSz" for="des" forName="Child1" refType="primFontSz" refFor="des" refForName="Parent7" op="lte"/>
              <dgm:constr type="primFontSz" for="des" forName="Child2" refType="primFontSz" refFor="des" refForName="Parent7" op="lte"/>
              <dgm:constr type="primFontSz" for="des" forName="Child3" refType="primFontSz" refFor="des" refForName="Parent7" op="lte"/>
              <dgm:constr type="primFontSz" for="des" forName="Child4" refType="primFontSz" refFor="des" refForName="Parent7" op="lte"/>
              <dgm:constr type="primFontSz" for="des" forName="Child5" refType="primFontSz" refFor="des" refForName="Parent7" op="lte"/>
              <dgm:constr type="primFontSz" for="des" forName="Child6" refType="primFontSz" refFor="des" refForName="Parent7" op="lte"/>
              <dgm:constr type="primFontSz" for="des" forName="Child7" refType="primFontSz" refFor="des" refForName="Parent7" op="lte"/>
              <dgm:constr type="primFontSz" for="des" forName="Parent2" refType="primFontSz" refFor="des" refForName="Parent1" op="equ"/>
              <dgm:constr type="primFontSz" for="des" forName="Parent3" refType="primFontSz" refFor="des" refForName="Parent1" op="equ"/>
              <dgm:constr type="primFontSz" for="des" forName="Parent4" refType="primFontSz" refFor="des" refForName="Parent1" op="equ"/>
              <dgm:constr type="primFontSz" for="des" forName="Parent5" refType="primFontSz" refFor="des" refForName="Parent1" op="equ"/>
              <dgm:constr type="primFontSz" for="des" forName="Parent6" refType="primFontSz" refFor="des" refForName="Parent1" op="equ"/>
              <dgm:constr type="primFontSz" for="des" forName="Parent7" refType="primFontSz" refFor="des" refForName="Parent1" op="equ"/>
              <dgm:constr type="primFontSz" for="des" forName="Child2" refType="primFontSz" refFor="des" refForName="Child1" op="equ"/>
              <dgm:constr type="primFontSz" for="des" forName="Child3" refType="primFontSz" refFor="des" refForName="Child1" op="equ"/>
              <dgm:constr type="primFontSz" for="des" forName="Child4" refType="primFontSz" refFor="des" refForName="Child1" op="equ"/>
              <dgm:constr type="primFontSz" for="des" forName="Child5" refType="primFontSz" refFor="des" refForName="Child1" op="equ"/>
              <dgm:constr type="primFontSz" for="des" forName="Child6" refType="primFontSz" refFor="des" refForName="Child1" op="equ"/>
              <dgm:constr type="primFontSz" for="des" forName="Child7" refType="primFontSz" refFor="des" refForName="Child1" op="equ"/>
              <dgm:constr type="l" for="ch" forName="Accent1" refType="w" fact="0"/>
              <dgm:constr type="t" for="ch" forName="Accent1" refType="h" fact="0"/>
              <dgm:constr type="w" for="ch" forName="Accent1" refType="w" fact="0.5331"/>
              <dgm:constr type="h" for="ch" forName="Accent1" refType="h" fact="0.2284"/>
              <dgm:constr type="l" for="ch" forName="Accent2" refType="w" fact="0.1481"/>
              <dgm:constr type="t" for="ch" forName="Accent2" refType="h" fact="0.1312"/>
              <dgm:constr type="w" for="ch" forName="Accent2" refType="w" fact="0.5331"/>
              <dgm:constr type="h" for="ch" forName="Accent2" refType="h" fact="0.2284"/>
              <dgm:constr type="l" for="ch" forName="Accent3" refType="w" fact="0"/>
              <dgm:constr type="t" for="ch" forName="Accent3" refType="h" fact="0.263"/>
              <dgm:constr type="w" for="ch" forName="Accent3" refType="w" fact="0.5331"/>
              <dgm:constr type="h" for="ch" forName="Accent3" refType="h" fact="0.2284"/>
              <dgm:constr type="l" for="ch" forName="Accent4" refType="w" fact="0.1481"/>
              <dgm:constr type="t" for="ch" forName="Accent4" refType="h" fact="0.3945"/>
              <dgm:constr type="w" for="ch" forName="Accent4" refType="w" fact="0.5331"/>
              <dgm:constr type="h" for="ch" forName="Accent4" refType="h" fact="0.2284"/>
              <dgm:constr type="l" for="ch" forName="Accent5" refType="w" fact="0"/>
              <dgm:constr type="t" for="ch" forName="Accent5" refType="h" fact="0.5258"/>
              <dgm:constr type="w" for="ch" forName="Accent5" refType="w" fact="0.5331"/>
              <dgm:constr type="h" for="ch" forName="Accent5" refType="h" fact="0.2284"/>
              <dgm:constr type="l" for="ch" forName="Accent6" refType="w" fact="0.1481"/>
              <dgm:constr type="t" for="ch" forName="Accent6" refType="h" fact="0.6573"/>
              <dgm:constr type="w" for="ch" forName="Accent6" refType="w" fact="0.5331"/>
              <dgm:constr type="h" for="ch" forName="Accent6" refType="h" fact="0.2284"/>
              <dgm:constr type="l" for="ch" forName="Accent7" refType="w" fact="0.0378"/>
              <dgm:constr type="t" for="ch" forName="Accent7" refType="h" fact="0.8037"/>
              <dgm:constr type="w" for="ch" forName="Accent7" refType="w" fact="0.458"/>
              <dgm:constr type="h" for="ch" forName="Accent7" refType="h" fact="0.1963"/>
              <dgm:constr type="l" for="ch" forName="Parent1" refType="w" fact="0.1171"/>
              <dgm:constr type="t" for="ch" forName="Parent1" refType="h" fact="0.0827"/>
              <dgm:constr type="w" for="ch" forName="Parent1" refType="w" fact="0.2975"/>
              <dgm:constr type="h" for="ch" forName="Parent1" refType="h" fact="0.0637"/>
              <dgm:constr type="l" for="ch" forName="Parent2" refType="w" fact="0.2658"/>
              <dgm:constr type="t" for="ch" forName="Parent2" refType="h" fact="0.2142"/>
              <dgm:constr type="w" for="ch" forName="Parent2" refType="w" fact="0.2975"/>
              <dgm:constr type="h" for="ch" forName="Parent2" refType="h" fact="0.0637"/>
              <dgm:constr type="l" for="ch" forName="Parent3" refType="w" fact="0.1171"/>
              <dgm:constr type="t" for="ch" forName="Parent3" refType="h" fact="0.3457"/>
              <dgm:constr type="w" for="ch" forName="Parent3" refType="w" fact="0.2975"/>
              <dgm:constr type="h" for="ch" forName="Parent3" refType="h" fact="0.0637"/>
              <dgm:constr type="l" for="ch" forName="Parent4" refType="w" fact="0.2658"/>
              <dgm:constr type="t" for="ch" forName="Parent4" refType="h" fact="0.4772"/>
              <dgm:constr type="w" for="ch" forName="Parent4" refType="w" fact="0.2975"/>
              <dgm:constr type="h" for="ch" forName="Parent4" refType="h" fact="0.0637"/>
              <dgm:constr type="l" for="ch" forName="Parent5" refType="w" fact="0.1171"/>
              <dgm:constr type="t" for="ch" forName="Parent5" refType="h" fact="0.6085"/>
              <dgm:constr type="w" for="ch" forName="Parent5" refType="w" fact="0.2975"/>
              <dgm:constr type="h" for="ch" forName="Parent5" refType="h" fact="0.0637"/>
              <dgm:constr type="l" for="ch" forName="Parent6" refType="w" fact="0.2658"/>
              <dgm:constr type="t" for="ch" forName="Parent6" refType="h" fact="0.74"/>
              <dgm:constr type="w" for="ch" forName="Parent6" refType="w" fact="0.2975"/>
              <dgm:constr type="h" for="ch" forName="Parent6" refType="h" fact="0.0637"/>
              <dgm:constr type="l" for="ch" forName="Parent7" refType="w" fact="0.1171"/>
              <dgm:constr type="t" for="ch" forName="Parent7" refType="h" fact="0.8715"/>
              <dgm:constr type="w" for="ch" forName="Parent7" refType="w" fact="0.2975"/>
              <dgm:constr type="h" for="ch" forName="Parent7" refType="h" fact="0.0637"/>
              <dgm:constr type="l" for="ch" forName="Child1" refType="w" fact="0.5348"/>
              <dgm:constr type="t" for="ch" forName="Child1" refType="h" fact="0.0678"/>
              <dgm:constr type="w" for="ch" forName="Child1" refType="w" fact="0.3196"/>
              <dgm:constr type="h" for="ch" forName="Child1" refType="h" fact="0.0908"/>
              <dgm:constr type="l" for="ch" forName="Child2" refType="w" fact="0.6804"/>
              <dgm:constr type="t" for="ch" forName="Child2" refType="h" fact="0.2006"/>
              <dgm:constr type="w" for="ch" forName="Child2" refType="w" fact="0.3196"/>
              <dgm:constr type="h" for="ch" forName="Child2" refType="h" fact="0.0908"/>
              <dgm:constr type="l" for="ch" forName="Child3" refType="w" fact="0.5348"/>
              <dgm:constr type="t" for="ch" forName="Child3" refType="h" fact="0.3308"/>
              <dgm:constr type="w" for="ch" forName="Child3" refType="w" fact="0.3196"/>
              <dgm:constr type="h" for="ch" forName="Child3" refType="h" fact="0.0908"/>
              <dgm:constr type="l" for="ch" forName="Child4" refType="w" fact="0.6804"/>
              <dgm:constr type="t" for="ch" forName="Child4" refType="h" fact="0.4623"/>
              <dgm:constr type="w" for="ch" forName="Child4" refType="w" fact="0.3196"/>
              <dgm:constr type="h" for="ch" forName="Child4" refType="h" fact="0.0908"/>
              <dgm:constr type="l" for="ch" forName="Child5" refType="w" fact="0.5348"/>
              <dgm:constr type="t" for="ch" forName="Child5" refType="h" fact="0.5936"/>
              <dgm:constr type="w" for="ch" forName="Child5" refType="w" fact="0.3196"/>
              <dgm:constr type="h" for="ch" forName="Child5" refType="h" fact="0.0908"/>
              <dgm:constr type="l" for="ch" forName="Child6" refType="w" fact="0.6804"/>
              <dgm:constr type="t" for="ch" forName="Child6" refType="h" fact="0.7251"/>
              <dgm:constr type="w" for="ch" forName="Child6" refType="w" fact="0.3196"/>
              <dgm:constr type="h" for="ch" forName="Child6" refType="h" fact="0.0908"/>
              <dgm:constr type="l" for="ch" forName="Child7" refType="w" fact="0.5348"/>
              <dgm:constr type="t" for="ch" forName="Child7" refType="h" fact="0.8579"/>
              <dgm:constr type="w" for="ch" forName="Child7" refType="w" fact="0.3196"/>
              <dgm:constr type="h" for="ch" forName="Child7" refType="h" fact="0.0908"/>
            </dgm:constrLst>
          </dgm:else>
        </dgm:choose>
      </dgm:else>
    </dgm:choose>
    <dgm:forEach name="wrapper" axis="self" ptType="parTrans">
      <dgm:forEach name="accentRepeat" axis="self">
        <dgm:layoutNode name="Accent" styleLbl="node1">
          <dgm:alg type="sp"/>
          <dgm:choose name="Name20">
            <dgm:if name="Name21" func="var" arg="dir" op="equ" val="norm">
              <dgm:choose name="Name22">
                <dgm:if name="Name23" axis="precedSib" ptType="node" func="cnt" op="equ" val="0">
                  <dgm:choose name="Name24">
                    <dgm:if name="Name25" axis="followSib" ptType="node" func="cnt" op="equ" val="0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150"/>
                          <dgm:adj idx="4" val="180"/>
                          <dgm:adj idx="5" val="0.125"/>
                        </dgm:adjLst>
                      </dgm:shape>
                    </dgm:if>
                    <dgm:else name="Name26">
                      <dgm:shape xmlns:r="http://schemas.openxmlformats.org/officeDocument/2006/relationships" type="circularArrow" r:blip="">
                        <dgm:adjLst>
                          <dgm:adj idx="1" val="0.1098"/>
                          <dgm:adj idx="2" val="19.0387"/>
                          <dgm:adj idx="3" val="75"/>
                          <dgm:adj idx="4" val="180"/>
                          <dgm:adj idx="5" val="0.125"/>
                        </dgm:adjLst>
                      </dgm:shape>
                    </dgm:else>
                  </dgm:choose>
                </dgm:if>
                <dgm:else name="Name27">
                  <dgm:choose name="Name28">
                    <dgm:if name="Name29" axis="followSib" ptType="node" func="cnt" op="equ" val="0">
                      <dgm:choose name="Name30">
                        <dgm:if name="Name31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2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3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4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35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3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37"/>
                      </dgm:choose>
                    </dgm:if>
                    <dgm:else name="Name38">
                      <dgm:choose name="Name39">
                        <dgm:if name="Name40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41" axis="precedSib" ptType="node" func="cnt" op="equ" val="1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2" axis="precedSib" ptType="node" func="cnt" op="equ" val="2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3" axis="precedSib" ptType="node" func="cnt" op="equ" val="3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4" axis="precedSib" ptType="node" func="cnt" op="equ" val="4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45" axis="precedSib" ptType="node" func="cnt" op="equ" val="5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46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else name="Name47"/>
                      </dgm:choose>
                    </dgm:else>
                  </dgm:choose>
                </dgm:else>
              </dgm:choose>
            </dgm:if>
            <dgm:else name="Name48">
              <dgm:choose name="Name49">
                <dgm:if name="Name50" axis="precedSib" ptType="node" func="cnt" op="equ" val="0">
                  <dgm:choose name="Name51">
                    <dgm:if name="Name52" axis="followSib" ptType="node" func="cnt" op="equ" val="0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30"/>
                          <dgm:adj idx="4" val="0"/>
                          <dgm:adj idx="5" val="0.125"/>
                        </dgm:adjLst>
                      </dgm:shape>
                    </dgm:if>
                    <dgm:else name="Name53">
                      <dgm:shape xmlns:r="http://schemas.openxmlformats.org/officeDocument/2006/relationships" type="leftCircularArrow" r:blip="">
                        <dgm:adjLst>
                          <dgm:adj idx="1" val="0.1098"/>
                          <dgm:adj idx="2" val="19.0387"/>
                          <dgm:adj idx="3" val="105"/>
                          <dgm:adj idx="4" val="0"/>
                          <dgm:adj idx="5" val="0.125"/>
                        </dgm:adjLst>
                      </dgm:shape>
                    </dgm:else>
                  </dgm:choose>
                </dgm:if>
                <dgm:else name="Name54">
                  <dgm:choose name="Name55">
                    <dgm:if name="Name56" axis="followSib" ptType="node" func="cnt" op="equ" val="0">
                      <dgm:choose name="Name57">
                        <dgm:if name="Name58" axis="precedSib" ptType="node" func="cnt" op="equ" val="1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59" axis="precedSib" ptType="node" func="cnt" op="equ" val="2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0" axis="precedSib" ptType="node" func="cnt" op="equ" val="3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1" axis="precedSib" ptType="node" func="cnt" op="equ" val="4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if name="Name62" axis="precedSib" ptType="node" func="cnt" op="equ" val="5">
                          <dgm:shape xmlns:r="http://schemas.openxmlformats.org/officeDocument/2006/relationships" type="blockArc" r:blip="">
                            <dgm:adjLst>
                              <dgm:adj idx="1" val="-135"/>
                              <dgm:adj idx="2" val="180"/>
                              <dgm:adj idx="3" val="0.1274"/>
                            </dgm:adjLst>
                          </dgm:shape>
                        </dgm:if>
                        <dgm:if name="Name6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64"/>
                      </dgm:choose>
                    </dgm:if>
                    <dgm:else name="Name65">
                      <dgm:choose name="Name66">
                        <dgm:if name="Name67" axis="precedSib" ptType="node" func="cnt" op="equ" val="0">
                          <dgm:shape xmlns:r="http://schemas.openxmlformats.org/officeDocument/2006/relationships" type="blockArc" r:blip="">
                            <dgm:adjLst>
                              <dgm:adj idx="1" val="-133.1632"/>
                              <dgm:adj idx="2" val="65"/>
                              <dgm:adj idx="3" val="0.13"/>
                            </dgm:adjLst>
                          </dgm:shape>
                        </dgm:if>
                        <dgm:if name="Name68" axis="precedSib" ptType="node" func="cnt" op="equ" val="1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69" axis="precedSib" ptType="node" func="cnt" op="equ" val="2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0" axis="precedSib" ptType="node" func="cnt" op="equ" val="3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1" axis="precedSib" ptType="node" func="cnt" op="equ" val="4">
                          <dgm:shape xmlns:r="http://schemas.openxmlformats.org/officeDocument/2006/relationships" type="leftCircularArrow" r:blip="">
                            <dgm:adjLst>
                              <dgm:adj idx="1" val="0.1098"/>
                              <dgm:adj idx="2" val="19.0387"/>
                              <dgm:adj idx="3" val="105"/>
                              <dgm:adj idx="4" val="-45"/>
                              <dgm:adj idx="5" val="0.125"/>
                            </dgm:adjLst>
                          </dgm:shape>
                        </dgm:if>
                        <dgm:if name="Name72" axis="precedSib" ptType="node" func="cnt" op="equ" val="5">
                          <dgm:shape xmlns:r="http://schemas.openxmlformats.org/officeDocument/2006/relationships" type="circularArrow" r:blip="">
                            <dgm:adjLst>
                              <dgm:adj idx="1" val="0.1098"/>
                              <dgm:adj idx="2" val="19.0387"/>
                              <dgm:adj idx="3" val="75"/>
                              <dgm:adj idx="4" val="-135"/>
                              <dgm:adj idx="5" val="0.125"/>
                            </dgm:adjLst>
                          </dgm:shape>
                        </dgm:if>
                        <dgm:if name="Name73" axis="precedSib" ptType="node" func="cnt" op="equ" val="6">
                          <dgm:shape xmlns:r="http://schemas.openxmlformats.org/officeDocument/2006/relationships" type="blockArc" r:blip="">
                            <dgm:adjLst>
                              <dgm:adj idx="1" val="0"/>
                              <dgm:adj idx="2" val="-45"/>
                              <dgm:adj idx="3" val="0.1274"/>
                            </dgm:adjLst>
                          </dgm:shape>
                        </dgm:if>
                        <dgm:else name="Name74"/>
                      </dgm:choose>
                    </dgm:else>
                  </dgm:choose>
                </dgm:else>
              </dgm:choose>
            </dgm:else>
          </dgm:choose>
          <dgm:presOf/>
        </dgm:layoutNode>
      </dgm:forEach>
    </dgm:forEach>
    <dgm:forEach name="Name75" axis="ch" ptType="node" cnt="1">
      <dgm:layoutNode name="Accent1">
        <dgm:alg type="sp"/>
        <dgm:shape xmlns:r="http://schemas.openxmlformats.org/officeDocument/2006/relationships" r:blip="">
          <dgm:adjLst/>
        </dgm:shape>
        <dgm:presOf/>
        <dgm:constrLst/>
        <dgm:forEach name="Name76" ref="accentRepeat"/>
      </dgm:layoutNode>
      <dgm:choose name="Name77">
        <dgm:if name="Name78" axis="ch" ptType="node" func="cnt" op="gte" val="1">
          <dgm:layoutNode name="Child1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79"/>
      </dgm:choose>
      <dgm:layoutNode name="Parent1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0" axis="ch" ptType="node" st="2" cnt="1">
      <dgm:layoutNode name="Accent2">
        <dgm:alg type="sp"/>
        <dgm:shape xmlns:r="http://schemas.openxmlformats.org/officeDocument/2006/relationships" r:blip="">
          <dgm:adjLst/>
        </dgm:shape>
        <dgm:presOf/>
        <dgm:constrLst/>
        <dgm:forEach name="Name81" ref="accentRepeat"/>
      </dgm:layoutNode>
      <dgm:choose name="Name82">
        <dgm:if name="Name83" axis="ch" ptType="node" func="cnt" op="gte" val="1">
          <dgm:layoutNode name="Child2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4"/>
      </dgm:choose>
      <dgm:layoutNode name="Parent2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85" axis="ch" ptType="node" st="3" cnt="1">
      <dgm:layoutNode name="Accent3">
        <dgm:alg type="sp"/>
        <dgm:shape xmlns:r="http://schemas.openxmlformats.org/officeDocument/2006/relationships" r:blip="">
          <dgm:adjLst/>
        </dgm:shape>
        <dgm:presOf/>
        <dgm:constrLst/>
        <dgm:forEach name="Name86" ref="accentRepeat"/>
      </dgm:layoutNode>
      <dgm:choose name="Name87">
        <dgm:if name="Name88" axis="ch" ptType="node" func="cnt" op="gte" val="1">
          <dgm:layoutNode name="Child3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89"/>
      </dgm:choose>
      <dgm:layoutNode name="Parent3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0" axis="ch" ptType="node" st="4" cnt="1">
      <dgm:layoutNode name="Accent4">
        <dgm:alg type="sp"/>
        <dgm:shape xmlns:r="http://schemas.openxmlformats.org/officeDocument/2006/relationships" r:blip="">
          <dgm:adjLst/>
        </dgm:shape>
        <dgm:presOf/>
        <dgm:constrLst/>
        <dgm:forEach name="Name91" ref="accentRepeat"/>
      </dgm:layoutNode>
      <dgm:choose name="Name92">
        <dgm:if name="Name93" axis="ch" ptType="node" func="cnt" op="gte" val="1">
          <dgm:layoutNode name="Child4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4"/>
      </dgm:choose>
      <dgm:layoutNode name="Parent4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95" axis="ch" ptType="node" st="5" cnt="1">
      <dgm:layoutNode name="Accent5">
        <dgm:alg type="sp"/>
        <dgm:shape xmlns:r="http://schemas.openxmlformats.org/officeDocument/2006/relationships" r:blip="">
          <dgm:adjLst/>
        </dgm:shape>
        <dgm:presOf/>
        <dgm:constrLst/>
        <dgm:forEach name="Name96" ref="accentRepeat"/>
      </dgm:layoutNode>
      <dgm:choose name="Name97">
        <dgm:if name="Name98" axis="ch" ptType="node" func="cnt" op="gte" val="1">
          <dgm:layoutNode name="Child5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99"/>
      </dgm:choose>
      <dgm:layoutNode name="Parent5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0" axis="ch" ptType="node" st="6" cnt="1">
      <dgm:layoutNode name="Accent6">
        <dgm:alg type="sp"/>
        <dgm:shape xmlns:r="http://schemas.openxmlformats.org/officeDocument/2006/relationships" r:blip="">
          <dgm:adjLst/>
        </dgm:shape>
        <dgm:presOf/>
        <dgm:constrLst/>
        <dgm:forEach name="Name101" ref="accentRepeat"/>
      </dgm:layoutNode>
      <dgm:choose name="Name102">
        <dgm:if name="Name103" axis="ch" ptType="node" func="cnt" op="gte" val="1">
          <dgm:layoutNode name="Child6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4"/>
      </dgm:choose>
      <dgm:layoutNode name="Parent6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  <dgm:forEach name="Name105" axis="ch" ptType="node" st="7" cnt="1">
      <dgm:layoutNode name="Accent7">
        <dgm:alg type="sp"/>
        <dgm:shape xmlns:r="http://schemas.openxmlformats.org/officeDocument/2006/relationships" r:blip="">
          <dgm:adjLst/>
        </dgm:shape>
        <dgm:presOf/>
        <dgm:constrLst/>
        <dgm:forEach name="Name106" ref="accentRepeat"/>
      </dgm:layoutNode>
      <dgm:choose name="Name107">
        <dgm:if name="Name108" axis="ch" ptType="node" func="cnt" op="gte" val="1">
          <dgm:layoutNode name="Child7" styleLbl="revTx">
            <dgm:varLst>
              <dgm:chMax val="0"/>
              <dgm:chPref val="0"/>
              <dgm:bulletEnabled val="1"/>
            </dgm:varLst>
            <dgm:alg type="tx">
              <dgm:param type="stBulletLvl" val="1"/>
              <dgm:param type="parTxLTRAlign" val="l"/>
              <dgm:param type="txAnchorVertCh" val="mid"/>
            </dgm:alg>
            <dgm:shape xmlns:r="http://schemas.openxmlformats.org/officeDocument/2006/relationships" type="rect" r:blip="">
              <dgm:adjLst/>
            </dgm:shape>
            <dgm:presOf axis="des" ptType="node"/>
            <dgm:constrLst>
              <dgm:constr type="lMarg" refType="primFontSz" fact="0.05"/>
              <dgm:constr type="rMarg" refType="primFontSz" fact="0.05"/>
              <dgm:constr type="tMarg" refType="primFontSz" fact="0.05"/>
              <dgm:constr type="bMarg" refType="primFontSz" fact="0.05"/>
            </dgm:constrLst>
            <dgm:ruleLst>
              <dgm:rule type="primFontSz" val="5" fact="NaN" max="NaN"/>
            </dgm:ruleLst>
          </dgm:layoutNode>
        </dgm:if>
        <dgm:else name="Name109"/>
      </dgm:choose>
      <dgm:layoutNode name="Parent7" styleLbl="revTx">
        <dgm:varLst>
          <dgm:chMax val="1"/>
          <dgm:chPref val="1"/>
          <dgm:bulletEnabled val="1"/>
        </dgm:varLst>
        <dgm:alg type="tx">
          <dgm:param type="shpTxLTRAlignCh" val="ctr"/>
          <dgm:param type="txAnchorVertCh" val="mid"/>
        </dgm:alg>
        <dgm:shape xmlns:r="http://schemas.openxmlformats.org/officeDocument/2006/relationships" type="rect" r:blip="">
          <dgm:adjLst/>
        </dgm:shape>
        <dgm:presOf axis="self" ptType="node"/>
        <dgm:constrLst>
          <dgm:constr type="lMarg" refType="primFontSz" fact="0.05"/>
          <dgm:constr type="rMarg" refType="primFontSz" fact="0.05"/>
          <dgm:constr type="tMarg" refType="primFontSz" fact="0.05"/>
          <dgm:constr type="bMarg" refType="primFontSz" fact="0.05"/>
        </dgm:constrLst>
        <dgm:ruleLst>
          <dgm:rule type="primFontSz" val="5" fact="NaN" max="NaN"/>
        </dgm:ruleLst>
      </dgm:layoutNod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process4">
  <dgm:title val=""/>
  <dgm:desc val=""/>
  <dgm:catLst>
    <dgm:cat type="process" pri="16000"/>
    <dgm:cat type="list" pri="20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alg type="lin">
      <dgm:param type="linDir" val="fromB"/>
    </dgm:alg>
    <dgm:shape xmlns:r="http://schemas.openxmlformats.org/officeDocument/2006/relationships" r:blip="">
      <dgm:adjLst/>
    </dgm:shape>
    <dgm:presOf/>
    <dgm:constrLst>
      <dgm:constr type="h" for="ch" forName="boxAndChildren" refType="h"/>
      <dgm:constr type="h" for="ch" forName="arrowAndChildren" refType="h" refFor="ch" refForName="boxAndChildren" op="equ" fact="1.538"/>
      <dgm:constr type="w" for="ch" forName="arrowAndChildren" refType="w"/>
      <dgm:constr type="w" for="ch" forName="boxAndChildren" refType="w"/>
      <dgm:constr type="h" for="ch" forName="sp" refType="h" fact="-0.015"/>
      <dgm:constr type="primFontSz" for="des" forName="parentTextBox" val="65"/>
      <dgm:constr type="primFontSz" for="des" forName="parentTextArrow" refType="primFontSz" refFor="des" refForName="parentTextBox" op="equ"/>
      <dgm:constr type="primFontSz" for="des" forName="childTextArrow" val="65"/>
      <dgm:constr type="primFontSz" for="des" forName="childTextBox" refType="primFontSz" refFor="des" refForName="childTextArrow" op="equ"/>
    </dgm:constrLst>
    <dgm:ruleLst/>
    <dgm:forEach name="Name1" axis="ch" ptType="node" st="-1" step="-1">
      <dgm:choose name="Name2">
        <dgm:if name="Name3" axis="self" ptType="node" func="revPos" op="equ" val="1">
          <dgm:layoutNode name="boxAndChildren">
            <dgm:alg type="composite"/>
            <dgm:shape xmlns:r="http://schemas.openxmlformats.org/officeDocument/2006/relationships" r:blip="">
              <dgm:adjLst/>
            </dgm:shape>
            <dgm:presOf/>
            <dgm:choose name="Name4">
              <dgm:if name="Name5" axis="ch" ptType="node" func="cnt" op="gte" val="1">
                <dgm:constrLst>
                  <dgm:constr type="w" for="ch" forName="parentTextBox" refType="w"/>
                  <dgm:constr type="h" for="ch" forName="parentTextBox" refType="h" fact="0.54"/>
                  <dgm:constr type="t" for="ch" forName="parentTextBox"/>
                  <dgm:constr type="w" for="ch" forName="entireBox" refType="w"/>
                  <dgm:constr type="h" for="ch" forName="entireBox" refType="h"/>
                  <dgm:constr type="w" for="ch" forName="descendantBox" refType="w"/>
                  <dgm:constr type="b" for="ch" forName="descendantBox" refType="h" fact="0.98"/>
                  <dgm:constr type="h" for="ch" forName="descendantBox" refType="h" fact="0.46"/>
                </dgm:constrLst>
              </dgm:if>
              <dgm:else name="Name6">
                <dgm:constrLst>
                  <dgm:constr type="w" for="ch" forName="parentTextBox" refType="w"/>
                  <dgm:constr type="h" for="ch" forName="parentTextBox" refType="h"/>
                </dgm:constrLst>
              </dgm:else>
            </dgm:choose>
            <dgm:ruleLst/>
            <dgm:layoutNode name="parentTextBox">
              <dgm:alg type="tx"/>
              <dgm:choose name="Name7">
                <dgm:if name="Name8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9">
                  <dgm:shape xmlns:r="http://schemas.openxmlformats.org/officeDocument/2006/relationships" type="rec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10">
              <dgm:if name="Name11" axis="ch" ptType="node" func="cnt" op="gte" val="1">
                <dgm:layoutNode name="entireBox">
                  <dgm:alg type="sp"/>
                  <dgm:shape xmlns:r="http://schemas.openxmlformats.org/officeDocument/2006/relationships" type="rect" r:blip="">
                    <dgm:adjLst/>
                  </dgm:shape>
                  <dgm:presOf axis="self"/>
                  <dgm:constrLst/>
                  <dgm:ruleLst/>
                </dgm:layoutNode>
                <dgm:layoutNode name="descendantBox" styleLbl="fgAccFollowNode1">
                  <dgm:choose name="Name12">
                    <dgm:if name="Name13" func="var" arg="dir" op="equ" val="norm">
                      <dgm:alg type="lin"/>
                    </dgm:if>
                    <dgm:else name="Name14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Box" refType="w"/>
                    <dgm:constr type="h" for="ch" forName="childTextBox" refType="h"/>
                  </dgm:constrLst>
                  <dgm:ruleLst/>
                  <dgm:forEach name="Name15" axis="ch" ptType="node">
                    <dgm:layoutNode name="childTextBox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16"/>
            </dgm:choose>
          </dgm:layoutNode>
        </dgm:if>
        <dgm:else name="Name17">
          <dgm:layoutNode name="arrowAndChildren">
            <dgm:alg type="composite"/>
            <dgm:shape xmlns:r="http://schemas.openxmlformats.org/officeDocument/2006/relationships" r:blip="">
              <dgm:adjLst/>
            </dgm:shape>
            <dgm:presOf/>
            <dgm:choose name="Name18">
              <dgm:if name="Name19" axis="ch" ptType="node" func="cnt" op="gte" val="1">
                <dgm:constrLst>
                  <dgm:constr type="w" for="ch" forName="parentTextArrow" refType="w"/>
                  <dgm:constr type="t" for="ch" forName="parentTextArrow"/>
                  <dgm:constr type="h" for="ch" forName="parentTextArrow" refType="h" fact="0.351"/>
                  <dgm:constr type="w" for="ch" forName="arrow" refType="w"/>
                  <dgm:constr type="h" for="ch" forName="arrow" refType="h"/>
                  <dgm:constr type="w" for="ch" forName="descendantArrow" refType="w"/>
                  <dgm:constr type="b" for="ch" forName="descendantArrow" refType="h" fact="0.65"/>
                  <dgm:constr type="h" for="ch" forName="descendantArrow" refType="h" fact="0.299"/>
                </dgm:constrLst>
              </dgm:if>
              <dgm:else name="Name20">
                <dgm:constrLst>
                  <dgm:constr type="w" for="ch" forName="parentTextArrow" refType="w"/>
                  <dgm:constr type="h" for="ch" forName="parentTextArrow" refType="h"/>
                </dgm:constrLst>
              </dgm:else>
            </dgm:choose>
            <dgm:ruleLst/>
            <dgm:layoutNode name="parentTextArrow">
              <dgm:alg type="tx"/>
              <dgm:choose name="Name21">
                <dgm:if name="Name22" axis="ch" ptType="node" func="cnt" op="gte" val="1">
                  <dgm:shape xmlns:r="http://schemas.openxmlformats.org/officeDocument/2006/relationships" type="rect" r:blip="" zOrderOff="1" hideGeom="1">
                    <dgm:adjLst/>
                  </dgm:shape>
                </dgm:if>
                <dgm:else name="Name23">
                  <dgm:shape xmlns:r="http://schemas.openxmlformats.org/officeDocument/2006/relationships" rot="180" type="upArrowCallout" r:blip="">
                    <dgm:adjLst/>
                  </dgm:shape>
                </dgm:else>
              </dgm:choose>
              <dgm:presOf axis="self"/>
              <dgm:constrLst/>
              <dgm:ruleLst>
                <dgm:rule type="primFontSz" val="5" fact="NaN" max="NaN"/>
              </dgm:ruleLst>
            </dgm:layoutNode>
            <dgm:choose name="Name24">
              <dgm:if name="Name25" axis="ch" ptType="node" func="cnt" op="gte" val="1">
                <dgm:layoutNode name="arrow">
                  <dgm:alg type="sp"/>
                  <dgm:shape xmlns:r="http://schemas.openxmlformats.org/officeDocument/2006/relationships" rot="180" type="upArrowCallout" r:blip="">
                    <dgm:adjLst/>
                  </dgm:shape>
                  <dgm:presOf axis="self"/>
                  <dgm:constrLst/>
                  <dgm:ruleLst/>
                </dgm:layoutNode>
                <dgm:layoutNode name="descendantArrow">
                  <dgm:choose name="Name26">
                    <dgm:if name="Name27" func="var" arg="dir" op="equ" val="norm">
                      <dgm:alg type="lin"/>
                    </dgm:if>
                    <dgm:else name="Name28">
                      <dgm:alg type="lin">
                        <dgm:param type="linDir" val="fromR"/>
                      </dgm:alg>
                    </dgm:else>
                  </dgm:choose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for="ch" forName="childTextArrow" refType="w"/>
                    <dgm:constr type="h" for="ch" forName="childTextArrow" refType="h"/>
                  </dgm:constrLst>
                  <dgm:ruleLst/>
                  <dgm:forEach name="Name29" axis="ch" ptType="node">
                    <dgm:layoutNode name="childTextArrow" styleLbl="fgAccFollowNode1">
                      <dgm:varLst>
                        <dgm:bulletEnabled val="1"/>
                      </dgm:varLst>
                      <dgm:alg type="tx"/>
                      <dgm:shape xmlns:r="http://schemas.openxmlformats.org/officeDocument/2006/relationships" type="rect" r:blip="">
                        <dgm:adjLst/>
                      </dgm:shape>
                      <dgm:presOf axis="desOrSelf" ptType="node"/>
                      <dgm:constrLst>
                        <dgm:constr type="tMarg" refType="primFontSz" fact="0.1"/>
                        <dgm:constr type="bMarg" refType="primFontSz" fact="0.1"/>
                      </dgm:constrLst>
                      <dgm:ruleLst>
                        <dgm:rule type="primFontSz" val="5" fact="NaN" max="NaN"/>
                      </dgm:ruleLst>
                    </dgm:layoutNode>
                  </dgm:forEach>
                </dgm:layoutNode>
              </dgm:if>
              <dgm:else name="Name30"/>
            </dgm:choose>
          </dgm:layoutNode>
        </dgm:else>
      </dgm:choose>
      <dgm:forEach name="Name31" axis="precedSib" ptType="sibTrans" st="-1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3d1">
  <dgm:title val=""/>
  <dgm:desc val=""/>
  <dgm:catLst>
    <dgm:cat type="3D" pri="11100"/>
  </dgm:catLst>
  <dgm:scene3d>
    <a:camera prst="orthographicFront"/>
    <a:lightRig rig="threePt" dir="t"/>
  </dgm:scene3d>
  <dgm:styleLbl name="node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1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1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flat" dir="t"/>
    </dgm:scene3d>
    <dgm:sp3d z="1270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alignImgPlace1">
    <dgm:scene3d>
      <a:camera prst="orthographicFront"/>
      <a:lightRig rig="flat" dir="t"/>
    </dgm:scene3d>
    <dgm:sp3d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bgImgPlace1">
    <dgm:scene3d>
      <a:camera prst="orthographicFront"/>
      <a:lightRig rig="flat" dir="t"/>
    </dgm:scene3d>
    <dgm:sp3d z="-190500" prstMaterial="plastic">
      <a:bevelT w="88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/>
    </dgm:style>
  </dgm:styleLbl>
  <dgm:styleLbl name="sibTrans2D1">
    <dgm:scene3d>
      <a:camera prst="orthographicFront"/>
      <a:lightRig rig="flat" dir="t"/>
    </dgm:scene3d>
    <dgm:sp3d z="-80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flat" dir="t"/>
    </dgm:scene3d>
    <dgm:sp3d z="1270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flat" dir="t"/>
    </dgm:scene3d>
    <dgm:sp3d z="-190500" prstMaterial="plastic">
      <a:bevelT w="50800" h="50800"/>
      <a:bevelB w="25400" h="25400" prst="angle"/>
    </dgm:sp3d>
    <dgm:txPr/>
    <dgm:style>
      <a:lnRef idx="0">
        <a:scrgbClr r="0" g="0" b="0"/>
      </a:lnRef>
      <a:fillRef idx="3">
        <a:scrgbClr r="0" g="0" b="0"/>
      </a:fillRef>
      <a:effectRef idx="2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flat" dir="t"/>
    </dgm:scene3d>
    <dgm:sp3d z="-40000" prstMaterial="matte"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 z="127000" prstMaterial="matte"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flat" dir="t"/>
    </dgm:scene3d>
    <dgm:sp3d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flat" dir="t"/>
    </dgm:scene3d>
    <dgm:sp3d z="-10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flat" dir="t"/>
    </dgm:scene3d>
    <dgm:sp3d z="-60000" prstMaterial="plastic">
      <a:bevelT w="120900" h="88900"/>
      <a:bevelB w="88900" h="31750" prst="angle"/>
    </dgm:sp3d>
    <dgm:txPr/>
    <dgm:style>
      <a:lnRef idx="0">
        <a:scrgbClr r="0" g="0" b="0"/>
      </a:lnRef>
      <a:fillRef idx="3">
        <a:scrgbClr r="0" g="0" b="0"/>
      </a:fillRef>
      <a:effectRef idx="1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flat" dir="t"/>
    </dgm:scene3d>
    <dgm:sp3d prstMaterial="matte"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con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tr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FgAcc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AlignAcc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solidBgAcc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FollowNode1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alignAccFollowNode1">
    <dgm:scene3d>
      <a:camera prst="orthographicFront"/>
      <a:lightRig rig="flat" dir="t"/>
    </dgm:scene3d>
    <dgm:sp3d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AccFollowNode1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0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2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3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fgAcc4">
    <dgm:scene3d>
      <a:camera prst="orthographicFront"/>
      <a:lightRig rig="flat" dir="t"/>
    </dgm:scene3d>
    <dgm:sp3d z="190500" extrusionH="12700" prstMaterial="plastic">
      <a:bevelT w="50800" h="50800"/>
    </dgm:sp3d>
    <dgm:txPr/>
    <dgm:style>
      <a:lnRef idx="1">
        <a:scrgbClr r="0" g="0" b="0"/>
      </a:lnRef>
      <a:fillRef idx="1">
        <a:scrgbClr r="0" g="0" b="0"/>
      </a:fillRef>
      <a:effectRef idx="2">
        <a:scrgbClr r="0" g="0" b="0"/>
      </a:effectRef>
      <a:fontRef idx="minor"/>
    </dgm:style>
  </dgm:styleLbl>
  <dgm:styleLbl name="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3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flat" dir="t"/>
    </dgm:scene3d>
    <dgm:sp3d z="-190500" extrusionH="12700" prstMaterial="plastic">
      <a:bevelT w="50800" h="50800"/>
    </dgm:sp3d>
    <dgm:txPr/>
    <dgm:style>
      <a:lnRef idx="0">
        <a:scrgbClr r="0" g="0" b="0"/>
      </a:lnRef>
      <a:fillRef idx="2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flat" dir="t"/>
    </dgm:scene3d>
    <dgm:sp3d z="-190500" extrusionH="12700" prstMaterial="matte"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flat" dir="t"/>
    </dgm:scene3d>
    <dgm:sp3d z="190500" prstMaterial="plastic">
      <a:bevelT w="120900" h="88900"/>
      <a:bevelB w="88900" h="31750" prst="angle"/>
    </dgm:sp3d>
    <dgm:txPr/>
    <dgm:style>
      <a:lnRef idx="0">
        <a:scrgbClr r="0" g="0" b="0"/>
      </a:lnRef>
      <a:fillRef idx="1">
        <a:scrgbClr r="0" g="0" b="0"/>
      </a:fillRef>
      <a:effectRef idx="3">
        <a:scrgbClr r="0" g="0" b="0"/>
      </a:effectRef>
      <a:fontRef idx="minor">
        <a:schemeClr val="lt1"/>
      </a:fontRef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50050" y="2651323"/>
            <a:ext cx="15300564" cy="5640152"/>
          </a:xfrm>
        </p:spPr>
        <p:txBody>
          <a:bodyPr anchor="b"/>
          <a:lstStyle>
            <a:lvl1pPr algn="ctr"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8508981"/>
            <a:ext cx="13500497" cy="3911355"/>
          </a:xfrm>
        </p:spPr>
        <p:txBody>
          <a:bodyPr/>
          <a:lstStyle>
            <a:lvl1pPr marL="0" indent="0" algn="ctr">
              <a:buNone/>
              <a:defRPr sz="4725"/>
            </a:lvl1pPr>
            <a:lvl2pPr marL="900044" indent="0" algn="ctr">
              <a:buNone/>
              <a:defRPr sz="3937"/>
            </a:lvl2pPr>
            <a:lvl3pPr marL="1800088" indent="0" algn="ctr">
              <a:buNone/>
              <a:defRPr sz="3543"/>
            </a:lvl3pPr>
            <a:lvl4pPr marL="2700132" indent="0" algn="ctr">
              <a:buNone/>
              <a:defRPr sz="3150"/>
            </a:lvl4pPr>
            <a:lvl5pPr marL="3600176" indent="0" algn="ctr">
              <a:buNone/>
              <a:defRPr sz="3150"/>
            </a:lvl5pPr>
            <a:lvl6pPr marL="4500220" indent="0" algn="ctr">
              <a:buNone/>
              <a:defRPr sz="3150"/>
            </a:lvl6pPr>
            <a:lvl7pPr marL="5400264" indent="0" algn="ctr">
              <a:buNone/>
              <a:defRPr sz="3150"/>
            </a:lvl7pPr>
            <a:lvl8pPr marL="6300307" indent="0" algn="ctr">
              <a:buNone/>
              <a:defRPr sz="3150"/>
            </a:lvl8pPr>
            <a:lvl9pPr marL="7200351" indent="0" algn="ctr">
              <a:buNone/>
              <a:defRPr sz="315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2826625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160456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1" y="4038864"/>
            <a:ext cx="15525572" cy="6738931"/>
          </a:xfrm>
        </p:spPr>
        <p:txBody>
          <a:bodyPr anchor="b"/>
          <a:lstStyle>
            <a:lvl1pPr>
              <a:defRPr sz="11812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1" y="10841548"/>
            <a:ext cx="15525572" cy="3543845"/>
          </a:xfrm>
        </p:spPr>
        <p:txBody>
          <a:bodyPr/>
          <a:lstStyle>
            <a:lvl1pPr marL="0" indent="0">
              <a:buNone/>
              <a:defRPr sz="4725">
                <a:solidFill>
                  <a:schemeClr val="tx1">
                    <a:tint val="82000"/>
                  </a:schemeClr>
                </a:solidFill>
              </a:defRPr>
            </a:lvl1pPr>
            <a:lvl2pPr marL="900044" indent="0">
              <a:buNone/>
              <a:defRPr sz="3937">
                <a:solidFill>
                  <a:schemeClr val="tx1">
                    <a:tint val="82000"/>
                  </a:schemeClr>
                </a:solidFill>
              </a:defRPr>
            </a:lvl2pPr>
            <a:lvl3pPr marL="1800088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3pPr>
            <a:lvl4pPr marL="2700132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4pPr>
            <a:lvl5pPr marL="3600176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5pPr>
            <a:lvl6pPr marL="4500220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6pPr>
            <a:lvl7pPr marL="5400264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7pPr>
            <a:lvl8pPr marL="6300307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8pPr>
            <a:lvl9pPr marL="7200351" indent="0">
              <a:buNone/>
              <a:defRPr sz="315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637474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4312617"/>
            <a:ext cx="7650282" cy="1027902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108544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862527"/>
            <a:ext cx="15525572" cy="313133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2" y="3971359"/>
            <a:ext cx="7615123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2" y="5917660"/>
            <a:ext cx="7615123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7" y="3971359"/>
            <a:ext cx="7652626" cy="1946301"/>
          </a:xfrm>
        </p:spPr>
        <p:txBody>
          <a:bodyPr anchor="b"/>
          <a:lstStyle>
            <a:lvl1pPr marL="0" indent="0">
              <a:buNone/>
              <a:defRPr sz="4725" b="1"/>
            </a:lvl1pPr>
            <a:lvl2pPr marL="900044" indent="0">
              <a:buNone/>
              <a:defRPr sz="3937" b="1"/>
            </a:lvl2pPr>
            <a:lvl3pPr marL="1800088" indent="0">
              <a:buNone/>
              <a:defRPr sz="3543" b="1"/>
            </a:lvl3pPr>
            <a:lvl4pPr marL="2700132" indent="0">
              <a:buNone/>
              <a:defRPr sz="3150" b="1"/>
            </a:lvl4pPr>
            <a:lvl5pPr marL="3600176" indent="0">
              <a:buNone/>
              <a:defRPr sz="3150" b="1"/>
            </a:lvl5pPr>
            <a:lvl6pPr marL="4500220" indent="0">
              <a:buNone/>
              <a:defRPr sz="3150" b="1"/>
            </a:lvl6pPr>
            <a:lvl7pPr marL="5400264" indent="0">
              <a:buNone/>
              <a:defRPr sz="3150" b="1"/>
            </a:lvl7pPr>
            <a:lvl8pPr marL="6300307" indent="0">
              <a:buNone/>
              <a:defRPr sz="3150" b="1"/>
            </a:lvl8pPr>
            <a:lvl9pPr marL="7200351" indent="0">
              <a:buNone/>
              <a:defRPr sz="315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7" y="5917660"/>
            <a:ext cx="7652626" cy="870398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0006139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9537334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1360660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2332567"/>
            <a:ext cx="9112836" cy="11512811"/>
          </a:xfrm>
        </p:spPr>
        <p:txBody>
          <a:bodyPr/>
          <a:lstStyle>
            <a:lvl1pPr>
              <a:defRPr sz="6300"/>
            </a:lvl1pPr>
            <a:lvl2pPr>
              <a:defRPr sz="5512"/>
            </a:lvl2pPr>
            <a:lvl3pPr>
              <a:defRPr sz="4725"/>
            </a:lvl3pPr>
            <a:lvl4pPr>
              <a:defRPr sz="3937"/>
            </a:lvl4pPr>
            <a:lvl5pPr>
              <a:defRPr sz="3937"/>
            </a:lvl5pPr>
            <a:lvl6pPr>
              <a:defRPr sz="3937"/>
            </a:lvl6pPr>
            <a:lvl7pPr>
              <a:defRPr sz="3937"/>
            </a:lvl7pPr>
            <a:lvl8pPr>
              <a:defRPr sz="3937"/>
            </a:lvl8pPr>
            <a:lvl9pPr>
              <a:defRPr sz="3937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6272300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1080029"/>
            <a:ext cx="5805682" cy="3780102"/>
          </a:xfrm>
        </p:spPr>
        <p:txBody>
          <a:bodyPr anchor="b"/>
          <a:lstStyle>
            <a:lvl1pPr>
              <a:defRPr sz="63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2332567"/>
            <a:ext cx="9112836" cy="11512811"/>
          </a:xfrm>
        </p:spPr>
        <p:txBody>
          <a:bodyPr anchor="t"/>
          <a:lstStyle>
            <a:lvl1pPr marL="0" indent="0">
              <a:buNone/>
              <a:defRPr sz="6300"/>
            </a:lvl1pPr>
            <a:lvl2pPr marL="900044" indent="0">
              <a:buNone/>
              <a:defRPr sz="5512"/>
            </a:lvl2pPr>
            <a:lvl3pPr marL="1800088" indent="0">
              <a:buNone/>
              <a:defRPr sz="4725"/>
            </a:lvl3pPr>
            <a:lvl4pPr marL="2700132" indent="0">
              <a:buNone/>
              <a:defRPr sz="3937"/>
            </a:lvl4pPr>
            <a:lvl5pPr marL="3600176" indent="0">
              <a:buNone/>
              <a:defRPr sz="3937"/>
            </a:lvl5pPr>
            <a:lvl6pPr marL="4500220" indent="0">
              <a:buNone/>
              <a:defRPr sz="3937"/>
            </a:lvl6pPr>
            <a:lvl7pPr marL="5400264" indent="0">
              <a:buNone/>
              <a:defRPr sz="3937"/>
            </a:lvl7pPr>
            <a:lvl8pPr marL="6300307" indent="0">
              <a:buNone/>
              <a:defRPr sz="3937"/>
            </a:lvl8pPr>
            <a:lvl9pPr marL="7200351" indent="0">
              <a:buNone/>
              <a:defRPr sz="3937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0" y="4860131"/>
            <a:ext cx="5805682" cy="9003995"/>
          </a:xfrm>
        </p:spPr>
        <p:txBody>
          <a:bodyPr/>
          <a:lstStyle>
            <a:lvl1pPr marL="0" indent="0">
              <a:buNone/>
              <a:defRPr sz="3150"/>
            </a:lvl1pPr>
            <a:lvl2pPr marL="900044" indent="0">
              <a:buNone/>
              <a:defRPr sz="2756"/>
            </a:lvl2pPr>
            <a:lvl3pPr marL="1800088" indent="0">
              <a:buNone/>
              <a:defRPr sz="2362"/>
            </a:lvl3pPr>
            <a:lvl4pPr marL="2700132" indent="0">
              <a:buNone/>
              <a:defRPr sz="1969"/>
            </a:lvl4pPr>
            <a:lvl5pPr marL="3600176" indent="0">
              <a:buNone/>
              <a:defRPr sz="1969"/>
            </a:lvl5pPr>
            <a:lvl6pPr marL="4500220" indent="0">
              <a:buNone/>
              <a:defRPr sz="1969"/>
            </a:lvl6pPr>
            <a:lvl7pPr marL="5400264" indent="0">
              <a:buNone/>
              <a:defRPr sz="1969"/>
            </a:lvl7pPr>
            <a:lvl8pPr marL="6300307" indent="0">
              <a:buNone/>
              <a:defRPr sz="1969"/>
            </a:lvl8pPr>
            <a:lvl9pPr marL="7200351" indent="0">
              <a:buNone/>
              <a:defRPr sz="1969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2515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71729517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5" y="862524"/>
            <a:ext cx="3881393" cy="137291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6" y="862524"/>
            <a:ext cx="11419171" cy="137291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802549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862527"/>
            <a:ext cx="15525572" cy="313133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4312617"/>
            <a:ext cx="15525572" cy="1027902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9C0705B-4870-4470-A32F-307AEE1697AB}" type="datetimeFigureOut">
              <a:rPr lang="en-IE" smtClean="0"/>
              <a:t>14/11/2025</a:t>
            </a:fld>
            <a:endParaRPr lang="en-I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5015410"/>
            <a:ext cx="6075224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I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5015410"/>
            <a:ext cx="4050149" cy="86252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36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E6C440B-C6DB-40B9-9833-695DCBED08BA}" type="slidenum">
              <a:rPr lang="en-IE" smtClean="0"/>
              <a:t>‹#›</a:t>
            </a:fld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34826708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1800088" rtl="0" eaLnBrk="1" latinLnBrk="0" hangingPunct="1">
        <a:lnSpc>
          <a:spcPct val="90000"/>
        </a:lnSpc>
        <a:spcBef>
          <a:spcPct val="0"/>
        </a:spcBef>
        <a:buNone/>
        <a:defRPr sz="8662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0022" indent="-450022" algn="l" defTabSz="1800088" rtl="0" eaLnBrk="1" latinLnBrk="0" hangingPunct="1">
        <a:lnSpc>
          <a:spcPct val="90000"/>
        </a:lnSpc>
        <a:spcBef>
          <a:spcPts val="1969"/>
        </a:spcBef>
        <a:buFont typeface="Arial" panose="020B0604020202020204" pitchFamily="34" charset="0"/>
        <a:buChar char="•"/>
        <a:defRPr sz="5512" kern="1200">
          <a:solidFill>
            <a:schemeClr val="tx1"/>
          </a:solidFill>
          <a:latin typeface="+mn-lt"/>
          <a:ea typeface="+mn-ea"/>
          <a:cs typeface="+mn-cs"/>
        </a:defRPr>
      </a:lvl1pPr>
      <a:lvl2pPr marL="1350066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4725" kern="1200">
          <a:solidFill>
            <a:schemeClr val="tx1"/>
          </a:solidFill>
          <a:latin typeface="+mn-lt"/>
          <a:ea typeface="+mn-ea"/>
          <a:cs typeface="+mn-cs"/>
        </a:defRPr>
      </a:lvl2pPr>
      <a:lvl3pPr marL="2250110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937" kern="1200">
          <a:solidFill>
            <a:schemeClr val="tx1"/>
          </a:solidFill>
          <a:latin typeface="+mn-lt"/>
          <a:ea typeface="+mn-ea"/>
          <a:cs typeface="+mn-cs"/>
        </a:defRPr>
      </a:lvl3pPr>
      <a:lvl4pPr marL="3150154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4050198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950242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850285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750329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650373" indent="-450022" algn="l" defTabSz="1800088" rtl="0" eaLnBrk="1" latinLnBrk="0" hangingPunct="1">
        <a:lnSpc>
          <a:spcPct val="90000"/>
        </a:lnSpc>
        <a:spcBef>
          <a:spcPts val="984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1pPr>
      <a:lvl2pPr marL="90004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800088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3pPr>
      <a:lvl4pPr marL="2700132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4pPr>
      <a:lvl5pPr marL="3600176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5pPr>
      <a:lvl6pPr marL="4500220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6pPr>
      <a:lvl7pPr marL="5400264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7pPr>
      <a:lvl8pPr marL="6300307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8pPr>
      <a:lvl9pPr marL="7200351" algn="l" defTabSz="1800088" rtl="0" eaLnBrk="1" latinLnBrk="0" hangingPunct="1">
        <a:defRPr sz="3543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7" Type="http://schemas.openxmlformats.org/officeDocument/2006/relationships/image" Target="../media/image6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4.sv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11" Type="http://schemas.openxmlformats.org/officeDocument/2006/relationships/image" Target="../media/image16.png"/><Relationship Id="rId5" Type="http://schemas.openxmlformats.org/officeDocument/2006/relationships/image" Target="../media/image10.png"/><Relationship Id="rId10" Type="http://schemas.openxmlformats.org/officeDocument/2006/relationships/image" Target="../media/image15.jpeg"/><Relationship Id="rId4" Type="http://schemas.openxmlformats.org/officeDocument/2006/relationships/image" Target="../media/image9.png"/><Relationship Id="rId9" Type="http://schemas.openxmlformats.org/officeDocument/2006/relationships/image" Target="../media/image14.jpe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19.png"/><Relationship Id="rId4" Type="http://schemas.openxmlformats.org/officeDocument/2006/relationships/image" Target="../media/image18.jpe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3.png"/><Relationship Id="rId3" Type="http://schemas.openxmlformats.org/officeDocument/2006/relationships/image" Target="../media/image18.jpeg"/><Relationship Id="rId7" Type="http://schemas.openxmlformats.org/officeDocument/2006/relationships/image" Target="../media/image22.png"/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C593204-5C51-61CB-9B93-20CA3CC9130B}"/>
              </a:ext>
            </a:extLst>
          </p:cNvPr>
          <p:cNvSpPr/>
          <p:nvPr/>
        </p:nvSpPr>
        <p:spPr>
          <a:xfrm>
            <a:off x="6675840" y="3248049"/>
            <a:ext cx="4303049" cy="4136823"/>
          </a:xfrm>
          <a:prstGeom prst="roundRect">
            <a:avLst/>
          </a:prstGeom>
          <a:solidFill>
            <a:schemeClr val="bg1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 sz="4000" b="1" i="1" dirty="0">
              <a:solidFill>
                <a:schemeClr val="bg1"/>
              </a:solidFill>
            </a:endParaRP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A483FD1-2ED0-F4AB-A3F3-2BA1245E818F}"/>
              </a:ext>
            </a:extLst>
          </p:cNvPr>
          <p:cNvGrpSpPr/>
          <p:nvPr/>
        </p:nvGrpSpPr>
        <p:grpSpPr>
          <a:xfrm>
            <a:off x="448776" y="10890061"/>
            <a:ext cx="6156256" cy="4800796"/>
            <a:chOff x="403269" y="9141619"/>
            <a:chExt cx="5730786" cy="4281540"/>
          </a:xfrm>
        </p:grpSpPr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8B1E6658-9A50-53B7-522A-B91C6DE4A836}"/>
                </a:ext>
              </a:extLst>
            </p:cNvPr>
            <p:cNvSpPr/>
            <p:nvPr/>
          </p:nvSpPr>
          <p:spPr>
            <a:xfrm>
              <a:off x="990600" y="9141619"/>
              <a:ext cx="4114801" cy="3578116"/>
            </a:xfrm>
            <a:prstGeom prst="roundRect">
              <a:avLst/>
            </a:prstGeom>
            <a:solidFill>
              <a:schemeClr val="bg1"/>
            </a:solidFill>
            <a:ln w="76200">
              <a:solidFill>
                <a:schemeClr val="tx1"/>
              </a:solidFill>
            </a:ln>
            <a:effectLst>
              <a:outerShdw blurRad="190500" dist="228600" dir="2700000" algn="ctr">
                <a:srgbClr val="000000">
                  <a:alpha val="30000"/>
                </a:srgbClr>
              </a:outerShdw>
            </a:effectLst>
            <a:scene3d>
              <a:camera prst="orthographicFront">
                <a:rot lat="0" lon="0" rev="0"/>
              </a:camera>
              <a:lightRig rig="glow" dir="t">
                <a:rot lat="0" lon="0" rev="4800000"/>
              </a:lightRig>
            </a:scene3d>
            <a:sp3d prstMaterial="matte">
              <a:bevelT w="127000" h="63500"/>
            </a:sp3d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IE" sz="4000" b="1" i="1" dirty="0">
                <a:solidFill>
                  <a:schemeClr val="bg1"/>
                </a:solidFill>
              </a:endParaRPr>
            </a:p>
          </p:txBody>
        </p:sp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053DC12C-8069-DABB-86FA-74E7D28D8B99}"/>
                </a:ext>
              </a:extLst>
            </p:cNvPr>
            <p:cNvSpPr txBox="1"/>
            <p:nvPr/>
          </p:nvSpPr>
          <p:spPr>
            <a:xfrm>
              <a:off x="403269" y="12846735"/>
              <a:ext cx="5730786" cy="57642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TaskTide Manager Client</a:t>
              </a:r>
            </a:p>
          </p:txBody>
        </p:sp>
      </p:grpSp>
      <p:sp>
        <p:nvSpPr>
          <p:cNvPr id="15" name="TextBox 14">
            <a:extLst>
              <a:ext uri="{FF2B5EF4-FFF2-40B4-BE49-F238E27FC236}">
                <a16:creationId xmlns:a16="http://schemas.microsoft.com/office/drawing/2014/main" id="{081669E7-28FA-74AB-AAF2-D15F49FDBFDA}"/>
              </a:ext>
            </a:extLst>
          </p:cNvPr>
          <p:cNvSpPr txBox="1"/>
          <p:nvPr/>
        </p:nvSpPr>
        <p:spPr>
          <a:xfrm>
            <a:off x="5961972" y="2601718"/>
            <a:ext cx="573078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TaskTide Repository</a:t>
            </a:r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C64E6B9-19FD-0A28-C46A-500411995680}"/>
              </a:ext>
            </a:extLst>
          </p:cNvPr>
          <p:cNvGrpSpPr/>
          <p:nvPr/>
        </p:nvGrpSpPr>
        <p:grpSpPr>
          <a:xfrm>
            <a:off x="11760425" y="10816934"/>
            <a:ext cx="6156256" cy="4881482"/>
            <a:chOff x="11825746" y="9246292"/>
            <a:chExt cx="6156256" cy="4881482"/>
          </a:xfrm>
        </p:grpSpPr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5B4C2370-9AAF-48EF-E4FD-131500998CB2}"/>
                </a:ext>
              </a:extLst>
            </p:cNvPr>
            <p:cNvGrpSpPr/>
            <p:nvPr/>
          </p:nvGrpSpPr>
          <p:grpSpPr>
            <a:xfrm>
              <a:off x="12475012" y="9246292"/>
              <a:ext cx="4432254" cy="4040981"/>
              <a:chOff x="11866610" y="9319419"/>
              <a:chExt cx="4432254" cy="4040981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208A7A84-1774-C912-AB85-F801B08D27F6}"/>
                  </a:ext>
                </a:extLst>
              </p:cNvPr>
              <p:cNvSpPr/>
              <p:nvPr/>
            </p:nvSpPr>
            <p:spPr>
              <a:xfrm>
                <a:off x="11866610" y="9319419"/>
                <a:ext cx="4432254" cy="4040981"/>
              </a:xfrm>
              <a:prstGeom prst="roundRect">
                <a:avLst/>
              </a:prstGeom>
              <a:solidFill>
                <a:schemeClr val="bg1"/>
              </a:solidFill>
              <a:ln w="76200">
                <a:solidFill>
                  <a:schemeClr val="tx1"/>
                </a:solidFill>
              </a:ln>
              <a:effectLst>
                <a:outerShdw blurRad="190500" dist="228600" dir="2700000" algn="ctr">
                  <a:srgbClr val="000000">
                    <a:alpha val="30000"/>
                  </a:srgbClr>
                </a:outerShdw>
              </a:effectLst>
              <a:scene3d>
                <a:camera prst="orthographicFront">
                  <a:rot lat="0" lon="0" rev="0"/>
                </a:camera>
                <a:lightRig rig="glow" dir="t">
                  <a:rot lat="0" lon="0" rev="4800000"/>
                </a:lightRig>
              </a:scene3d>
              <a:sp3d prstMaterial="matte">
                <a:bevelT w="127000" h="63500"/>
              </a:sp3d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IE" sz="4000" b="1" i="1" dirty="0">
                  <a:solidFill>
                    <a:schemeClr val="bg1"/>
                  </a:solidFill>
                </a:endParaRPr>
              </a:p>
            </p:txBody>
          </p:sp>
          <p:pic>
            <p:nvPicPr>
              <p:cNvPr id="29" name="Graphic 28" descr="Server with solid fill">
                <a:extLst>
                  <a:ext uri="{FF2B5EF4-FFF2-40B4-BE49-F238E27FC236}">
                    <a16:creationId xmlns:a16="http://schemas.microsoft.com/office/drawing/2014/main" id="{8316283D-7B25-8065-9774-0C00AB121AC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96DAC541-7B7A-43D3-8B79-37D633B846F1}">
                    <asvg:svgBlip xmlns:asvg="http://schemas.microsoft.com/office/drawing/2016/SVG/main" r:embed="rId3"/>
                  </a:ext>
                </a:extLst>
              </a:blip>
              <a:stretch>
                <a:fillRect/>
              </a:stretch>
            </p:blipFill>
            <p:spPr>
              <a:xfrm>
                <a:off x="12372602" y="9457606"/>
                <a:ext cx="3420270" cy="3420270"/>
              </a:xfrm>
              <a:prstGeom prst="rect">
                <a:avLst/>
              </a:prstGeom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</p:spPr>
          </p:pic>
        </p:grp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5C0BC1BF-385F-CF2F-0C38-6F357B388D21}"/>
                </a:ext>
              </a:extLst>
            </p:cNvPr>
            <p:cNvSpPr txBox="1"/>
            <p:nvPr/>
          </p:nvSpPr>
          <p:spPr>
            <a:xfrm>
              <a:off x="11825746" y="13481443"/>
              <a:ext cx="6156256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2A2A72"/>
                  </a:solidFill>
                </a:rPr>
                <a:t>TaskTide Engine Client</a:t>
              </a:r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36F9FCBA-4E1C-7234-C161-8A6523B5DD34}"/>
              </a:ext>
            </a:extLst>
          </p:cNvPr>
          <p:cNvGrpSpPr/>
          <p:nvPr/>
        </p:nvGrpSpPr>
        <p:grpSpPr>
          <a:xfrm>
            <a:off x="1696857" y="11312831"/>
            <a:ext cx="3161011" cy="3215018"/>
            <a:chOff x="1594225" y="9742189"/>
            <a:chExt cx="3161011" cy="3215018"/>
          </a:xfrm>
          <a:effectLst/>
        </p:grpSpPr>
        <p:pic>
          <p:nvPicPr>
            <p:cNvPr id="27" name="Graphic 26" descr="Users with solid fill">
              <a:extLst>
                <a:ext uri="{FF2B5EF4-FFF2-40B4-BE49-F238E27FC236}">
                  <a16:creationId xmlns:a16="http://schemas.microsoft.com/office/drawing/2014/main" id="{C595667A-372A-C4AB-5F8D-E34128647CA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594225" y="9742189"/>
              <a:ext cx="3161011" cy="3161011"/>
            </a:xfrm>
            <a:prstGeom prst="rect">
              <a:avLst/>
            </a:prstGeom>
            <a:ln>
              <a:noFill/>
            </a:ln>
            <a:effectLst>
              <a:outerShdw blurRad="50800" dist="38100" dir="18900000" algn="bl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37" name="TextBox 36">
              <a:extLst>
                <a:ext uri="{FF2B5EF4-FFF2-40B4-BE49-F238E27FC236}">
                  <a16:creationId xmlns:a16="http://schemas.microsoft.com/office/drawing/2014/main" id="{182D307F-6BEB-7D2A-6BA7-2370D2763BDE}"/>
                </a:ext>
              </a:extLst>
            </p:cNvPr>
            <p:cNvSpPr txBox="1"/>
            <p:nvPr/>
          </p:nvSpPr>
          <p:spPr>
            <a:xfrm>
              <a:off x="2044096" y="12310876"/>
              <a:ext cx="2229323" cy="646331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>
              <a:spAutoFit/>
            </a:bodyPr>
            <a:lstStyle/>
            <a:p>
              <a:pPr algn="ctr"/>
              <a:r>
                <a:rPr lang="en-IE" sz="3600" b="1" dirty="0">
                  <a:solidFill>
                    <a:srgbClr val="4A4A69"/>
                  </a:solidFill>
                </a:rPr>
                <a:t>Users</a:t>
              </a:r>
            </a:p>
          </p:txBody>
        </p: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7CFD93B-E941-33F7-5042-967656AE3163}"/>
              </a:ext>
            </a:extLst>
          </p:cNvPr>
          <p:cNvCxnSpPr>
            <a:cxnSpLocks/>
          </p:cNvCxnSpPr>
          <p:nvPr/>
        </p:nvCxnSpPr>
        <p:spPr>
          <a:xfrm flipV="1">
            <a:off x="3599412" y="7430272"/>
            <a:ext cx="2997323" cy="3139776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2101EE2E-D242-5A1D-0B22-F09ED2102BB8}"/>
              </a:ext>
            </a:extLst>
          </p:cNvPr>
          <p:cNvCxnSpPr>
            <a:cxnSpLocks/>
          </p:cNvCxnSpPr>
          <p:nvPr/>
        </p:nvCxnSpPr>
        <p:spPr>
          <a:xfrm flipH="1">
            <a:off x="3778893" y="7635543"/>
            <a:ext cx="2960525" cy="3112115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A64FC3B-2231-AB00-0114-7D3B3E4D57AC}"/>
              </a:ext>
            </a:extLst>
          </p:cNvPr>
          <p:cNvSpPr txBox="1"/>
          <p:nvPr/>
        </p:nvSpPr>
        <p:spPr>
          <a:xfrm rot="18828662">
            <a:off x="3331480" y="8582309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Register Tasks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CC0E93-2FC7-E32C-8A01-598038EDD30E}"/>
              </a:ext>
            </a:extLst>
          </p:cNvPr>
          <p:cNvSpPr txBox="1"/>
          <p:nvPr/>
        </p:nvSpPr>
        <p:spPr>
          <a:xfrm rot="18828662">
            <a:off x="3979422" y="900523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Query Tasks</a:t>
            </a:r>
          </a:p>
        </p:txBody>
      </p: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E870012A-93A9-A141-B3C1-9A921F3801D6}"/>
              </a:ext>
            </a:extLst>
          </p:cNvPr>
          <p:cNvCxnSpPr>
            <a:cxnSpLocks/>
          </p:cNvCxnSpPr>
          <p:nvPr/>
        </p:nvCxnSpPr>
        <p:spPr>
          <a:xfrm flipH="1" flipV="1">
            <a:off x="10793786" y="7598222"/>
            <a:ext cx="2719222" cy="3077462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7BA893D8-ADC2-1C69-849B-ACBFE36CE7F6}"/>
              </a:ext>
            </a:extLst>
          </p:cNvPr>
          <p:cNvSpPr txBox="1"/>
          <p:nvPr/>
        </p:nvSpPr>
        <p:spPr>
          <a:xfrm rot="2935289">
            <a:off x="10939397" y="8519780"/>
            <a:ext cx="310991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Consume Tasks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F9934AA2-464E-7C46-F454-9C4F19C44E45}"/>
              </a:ext>
            </a:extLst>
          </p:cNvPr>
          <p:cNvCxnSpPr>
            <a:cxnSpLocks/>
          </p:cNvCxnSpPr>
          <p:nvPr/>
        </p:nvCxnSpPr>
        <p:spPr>
          <a:xfrm>
            <a:off x="11053533" y="7542238"/>
            <a:ext cx="2772793" cy="3138997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3D550E53-A724-EDEC-286E-FCB879197398}"/>
              </a:ext>
            </a:extLst>
          </p:cNvPr>
          <p:cNvSpPr txBox="1"/>
          <p:nvPr/>
        </p:nvSpPr>
        <p:spPr>
          <a:xfrm rot="2912262">
            <a:off x="10259202" y="9061958"/>
            <a:ext cx="34233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2800" b="1" dirty="0"/>
              <a:t>Update Task States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962488A-2419-8503-18D0-7ACC535DDBA1}"/>
              </a:ext>
            </a:extLst>
          </p:cNvPr>
          <p:cNvSpPr txBox="1"/>
          <p:nvPr/>
        </p:nvSpPr>
        <p:spPr>
          <a:xfrm>
            <a:off x="13782784" y="14122192"/>
            <a:ext cx="180244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IE" sz="3600" b="1" dirty="0">
                <a:solidFill>
                  <a:srgbClr val="2A2A72"/>
                </a:solidFill>
              </a:rPr>
              <a:t>Server </a:t>
            </a:r>
            <a:endParaRPr lang="en-IE" sz="3600" dirty="0"/>
          </a:p>
        </p:txBody>
      </p:sp>
      <p:sp>
        <p:nvSpPr>
          <p:cNvPr id="77" name="Title 1">
            <a:extLst>
              <a:ext uri="{FF2B5EF4-FFF2-40B4-BE49-F238E27FC236}">
                <a16:creationId xmlns:a16="http://schemas.microsoft.com/office/drawing/2014/main" id="{EF357E12-E983-D424-5A83-D4123F5617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790795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TaskTide Workflow Engine</a:t>
            </a:r>
          </a:p>
        </p:txBody>
      </p:sp>
      <p:pic>
        <p:nvPicPr>
          <p:cNvPr id="8" name="Graphic 7" descr="Database with solid fill">
            <a:extLst>
              <a:ext uri="{FF2B5EF4-FFF2-40B4-BE49-F238E27FC236}">
                <a16:creationId xmlns:a16="http://schemas.microsoft.com/office/drawing/2014/main" id="{ED8D8A1C-43A2-F999-B330-E1B3A6D4568B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858873" y="3406574"/>
            <a:ext cx="3893439" cy="347775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357A4EB6-B6C0-EE2C-43D3-54A695091B52}"/>
              </a:ext>
            </a:extLst>
          </p:cNvPr>
          <p:cNvSpPr txBox="1"/>
          <p:nvPr/>
        </p:nvSpPr>
        <p:spPr>
          <a:xfrm>
            <a:off x="7466555" y="6626837"/>
            <a:ext cx="276601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600" b="1" dirty="0">
                <a:solidFill>
                  <a:srgbClr val="400020"/>
                </a:solidFill>
              </a:rPr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004439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426BC-1520-2BF1-B7B3-52FCEB9AEA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B1318C-DBE3-415F-7E83-983D6F2FC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1313307"/>
            <a:ext cx="15525572" cy="112883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High-Level Layered Architecture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38AD5DC9-A2B0-E248-2339-42B3ED605801}"/>
              </a:ext>
            </a:extLst>
          </p:cNvPr>
          <p:cNvSpPr/>
          <p:nvPr/>
        </p:nvSpPr>
        <p:spPr>
          <a:xfrm>
            <a:off x="2113281" y="7593261"/>
            <a:ext cx="13370560" cy="2316480"/>
          </a:xfrm>
          <a:prstGeom prst="roundRect">
            <a:avLst/>
          </a:prstGeom>
          <a:solidFill>
            <a:srgbClr val="800020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Orchestration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TaskTide DB Coordinated Clients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Monitoring, Workflow Deployment, Binding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0D624A0-53B8-21B1-C12C-899AF45DC6E2}"/>
              </a:ext>
            </a:extLst>
          </p:cNvPr>
          <p:cNvSpPr/>
          <p:nvPr/>
        </p:nvSpPr>
        <p:spPr>
          <a:xfrm>
            <a:off x="2103120" y="11403261"/>
            <a:ext cx="13370560" cy="2316480"/>
          </a:xfrm>
          <a:prstGeom prst="roundRect">
            <a:avLst/>
          </a:prstGeom>
          <a:solidFill>
            <a:srgbClr val="3B3B98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Infrastructure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Schedulers &amp; Provisioners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(SLURM, Hadoop, </a:t>
            </a:r>
            <a:r>
              <a:rPr lang="en-IE" sz="3200" b="1" i="1" dirty="0" err="1">
                <a:solidFill>
                  <a:schemeClr val="bg1"/>
                </a:solidFill>
              </a:rPr>
              <a:t>gLite</a:t>
            </a:r>
            <a:r>
              <a:rPr lang="en-IE" sz="3200" b="1" i="1" dirty="0">
                <a:solidFill>
                  <a:schemeClr val="bg1"/>
                </a:solidFill>
              </a:rPr>
              <a:t>, Kubernetes)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27F0153C-F87B-D4B9-028C-456E925B336A}"/>
              </a:ext>
            </a:extLst>
          </p:cNvPr>
          <p:cNvSpPr/>
          <p:nvPr/>
        </p:nvSpPr>
        <p:spPr>
          <a:xfrm>
            <a:off x="2113281" y="3691820"/>
            <a:ext cx="13370560" cy="2316480"/>
          </a:xfrm>
          <a:prstGeom prst="roundRect">
            <a:avLst/>
          </a:prstGeom>
          <a:solidFill>
            <a:srgbClr val="2A2A72"/>
          </a:solidFill>
          <a:ln w="762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800" b="1" dirty="0">
                <a:solidFill>
                  <a:schemeClr val="bg1"/>
                </a:solidFill>
              </a:rPr>
              <a:t>Data Application Layer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Domain Specific Workflow Development</a:t>
            </a:r>
          </a:p>
          <a:p>
            <a:pPr algn="ctr"/>
            <a:r>
              <a:rPr lang="en-IE" sz="3200" b="1" i="1" dirty="0">
                <a:solidFill>
                  <a:schemeClr val="bg1"/>
                </a:solidFill>
              </a:rPr>
              <a:t>(ETL, AI, Spark)</a:t>
            </a:r>
            <a:endParaRPr lang="en-IE" sz="4000" b="1" i="1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343350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73E130C7-F43E-218E-CFA0-2E472A9883D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10843" y="5771452"/>
            <a:ext cx="3585819" cy="2254948"/>
          </a:xfrm>
          <a:prstGeom prst="rect">
            <a:avLst/>
          </a:prstGeom>
        </p:spPr>
      </p:pic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3B2EDDBA-81FB-2174-1909-4135281C083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07139" y="6145315"/>
            <a:ext cx="3585454" cy="1982685"/>
          </a:xfrm>
          <a:prstGeom prst="rect">
            <a:avLst/>
          </a:prstGeom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CCDAD23B-55A5-E907-1F02-B4E40AB999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4101" y="2325720"/>
            <a:ext cx="4115234" cy="21399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F536A531-ACB6-9D4D-412A-8B43D77767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31200" y="542940"/>
            <a:ext cx="2435749" cy="15673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 descr="Slurm Workload Manager - Wikipedia">
            <a:extLst>
              <a:ext uri="{FF2B5EF4-FFF2-40B4-BE49-F238E27FC236}">
                <a16:creationId xmlns:a16="http://schemas.microsoft.com/office/drawing/2014/main" id="{B310FE77-77EC-EC3C-705C-C79EAD29B8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34852" y="11067701"/>
            <a:ext cx="3908804" cy="35798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 descr="Hadoop Consulting and Support Services 🐘">
            <a:extLst>
              <a:ext uri="{FF2B5EF4-FFF2-40B4-BE49-F238E27FC236}">
                <a16:creationId xmlns:a16="http://schemas.microsoft.com/office/drawing/2014/main" id="{CF53062D-BC41-1A84-6CCE-94958EE1D6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66021" y="12792478"/>
            <a:ext cx="4872885" cy="27891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Kubernetes Logo and Wordmark Sticker ...">
            <a:extLst>
              <a:ext uri="{FF2B5EF4-FFF2-40B4-BE49-F238E27FC236}">
                <a16:creationId xmlns:a16="http://schemas.microsoft.com/office/drawing/2014/main" id="{15AB4257-9B6F-5A87-7CEA-CC7E2C0145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871688" y="11093020"/>
            <a:ext cx="3371614" cy="337161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2" name="Picture 18" descr="Python Logo PNG Vector (SVG) Free Download">
            <a:extLst>
              <a:ext uri="{FF2B5EF4-FFF2-40B4-BE49-F238E27FC236}">
                <a16:creationId xmlns:a16="http://schemas.microsoft.com/office/drawing/2014/main" id="{62B89B67-4639-4806-8F38-BF34A52773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09214" y="825415"/>
            <a:ext cx="3227499" cy="32274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A815DD6-CF85-CA76-C8C9-BE2CB88C0BC0}"/>
              </a:ext>
            </a:extLst>
          </p:cNvPr>
          <p:cNvSpPr/>
          <p:nvPr/>
        </p:nvSpPr>
        <p:spPr>
          <a:xfrm>
            <a:off x="2052320" y="243840"/>
            <a:ext cx="15544800" cy="4470400"/>
          </a:xfrm>
          <a:prstGeom prst="roundRect">
            <a:avLst/>
          </a:prstGeom>
          <a:noFill/>
          <a:ln w="76200">
            <a:solidFill>
              <a:srgbClr val="2A2A72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93361AE9-7B9B-9BA8-B967-A09704AB0BCC}"/>
              </a:ext>
            </a:extLst>
          </p:cNvPr>
          <p:cNvSpPr/>
          <p:nvPr/>
        </p:nvSpPr>
        <p:spPr>
          <a:xfrm>
            <a:off x="2082800" y="5207856"/>
            <a:ext cx="15544800" cy="4909804"/>
          </a:xfrm>
          <a:prstGeom prst="roundRect">
            <a:avLst/>
          </a:prstGeom>
          <a:noFill/>
          <a:ln w="76200">
            <a:solidFill>
              <a:srgbClr val="800020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1E4D2371-C54A-9C5B-B216-E076192FB328}"/>
              </a:ext>
            </a:extLst>
          </p:cNvPr>
          <p:cNvSpPr/>
          <p:nvPr/>
        </p:nvSpPr>
        <p:spPr>
          <a:xfrm>
            <a:off x="2113280" y="10586720"/>
            <a:ext cx="15544800" cy="5332300"/>
          </a:xfrm>
          <a:prstGeom prst="roundRect">
            <a:avLst/>
          </a:prstGeom>
          <a:noFill/>
          <a:ln w="76200">
            <a:solidFill>
              <a:srgbClr val="3B3B98"/>
            </a:solidFill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pic>
        <p:nvPicPr>
          <p:cNvPr id="1046" name="Picture 22" descr="R Meets Hardware | R-bloggers">
            <a:extLst>
              <a:ext uri="{FF2B5EF4-FFF2-40B4-BE49-F238E27FC236}">
                <a16:creationId xmlns:a16="http://schemas.microsoft.com/office/drawing/2014/main" id="{A71FA59A-7421-FA14-8B69-A08ECC9461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318408" y="679142"/>
            <a:ext cx="3478254" cy="3478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982E426D-90DF-9E70-8E8B-8220C5D9CE9B}"/>
              </a:ext>
            </a:extLst>
          </p:cNvPr>
          <p:cNvSpPr txBox="1"/>
          <p:nvPr/>
        </p:nvSpPr>
        <p:spPr>
          <a:xfrm rot="16200000">
            <a:off x="-732238" y="168918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2A2A72"/>
                </a:solidFill>
              </a:rPr>
              <a:t>Data Application Layer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A1024C1-7776-2129-C309-C8FF5AE68EEE}"/>
              </a:ext>
            </a:extLst>
          </p:cNvPr>
          <p:cNvSpPr txBox="1"/>
          <p:nvPr/>
        </p:nvSpPr>
        <p:spPr>
          <a:xfrm rot="16200000">
            <a:off x="-722078" y="696222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800020"/>
                </a:solidFill>
              </a:rPr>
              <a:t>Orchestration    Layer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B442966-5C09-8D5B-777A-DC9B15E129F1}"/>
              </a:ext>
            </a:extLst>
          </p:cNvPr>
          <p:cNvSpPr txBox="1"/>
          <p:nvPr/>
        </p:nvSpPr>
        <p:spPr>
          <a:xfrm rot="16200000">
            <a:off x="-610318" y="12621347"/>
            <a:ext cx="403509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E" sz="3200" b="1" i="1" dirty="0">
                <a:solidFill>
                  <a:srgbClr val="3B3B98"/>
                </a:solidFill>
              </a:rPr>
              <a:t>Infrastructure    Layer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30CB8691-6939-E709-3301-C6197E8637E5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463180" y="5501394"/>
            <a:ext cx="4877076" cy="43598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0115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058B3095-0260-7A2F-3594-5D20E6B23D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2378513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Mapping of TaskTide Components to Pilot Job Model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7A3B5530-C2C5-432B-8650-01D5F92A1DA7}"/>
              </a:ext>
            </a:extLst>
          </p:cNvPr>
          <p:cNvSpPr/>
          <p:nvPr/>
        </p:nvSpPr>
        <p:spPr>
          <a:xfrm>
            <a:off x="284480" y="396240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Pilot Manager</a:t>
            </a:r>
          </a:p>
          <a:p>
            <a:pPr algn="ctr"/>
            <a:r>
              <a:rPr lang="en-IE" sz="3600" b="1" i="1" dirty="0"/>
              <a:t>(Provisioning)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32C7CA26-DC3F-D8BF-1823-0FC5B1F42429}"/>
              </a:ext>
            </a:extLst>
          </p:cNvPr>
          <p:cNvSpPr/>
          <p:nvPr/>
        </p:nvSpPr>
        <p:spPr>
          <a:xfrm>
            <a:off x="284480" y="11247120"/>
            <a:ext cx="5303520" cy="3962400"/>
          </a:xfrm>
          <a:prstGeom prst="roundRect">
            <a:avLst/>
          </a:prstGeom>
          <a:solidFill>
            <a:srgbClr val="B56576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Delegate to Schedulers</a:t>
            </a:r>
          </a:p>
          <a:p>
            <a:pPr algn="ctr"/>
            <a:r>
              <a:rPr lang="en-IE" sz="3600" b="1" i="1" dirty="0"/>
              <a:t>(SLURM, K8s etc)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C61EACF5-381B-A801-9C56-2B9AA25037CB}"/>
              </a:ext>
            </a:extLst>
          </p:cNvPr>
          <p:cNvSpPr/>
          <p:nvPr/>
        </p:nvSpPr>
        <p:spPr>
          <a:xfrm>
            <a:off x="6329680" y="395224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Workload Manager</a:t>
            </a:r>
          </a:p>
          <a:p>
            <a:pPr algn="ctr"/>
            <a:r>
              <a:rPr lang="en-IE" sz="3600" b="1" i="1" dirty="0"/>
              <a:t>(Dispatching)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BF4E2FC9-AA1E-2152-1294-D9B20D8F0939}"/>
              </a:ext>
            </a:extLst>
          </p:cNvPr>
          <p:cNvSpPr/>
          <p:nvPr/>
        </p:nvSpPr>
        <p:spPr>
          <a:xfrm>
            <a:off x="6329680" y="11236960"/>
            <a:ext cx="5303520" cy="3962400"/>
          </a:xfrm>
          <a:prstGeom prst="roundRect">
            <a:avLst/>
          </a:prstGeom>
          <a:solidFill>
            <a:srgbClr val="4A4E69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Manager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Repository</a:t>
            </a:r>
            <a:endParaRPr lang="en-IE" sz="3600" b="1" i="1" dirty="0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C59B431-D851-B80B-F782-CD4578C86502}"/>
              </a:ext>
            </a:extLst>
          </p:cNvPr>
          <p:cNvSpPr/>
          <p:nvPr/>
        </p:nvSpPr>
        <p:spPr>
          <a:xfrm>
            <a:off x="12395200" y="396240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400" b="1" dirty="0"/>
              <a:t>Task Manager</a:t>
            </a:r>
          </a:p>
          <a:p>
            <a:pPr algn="ctr"/>
            <a:r>
              <a:rPr lang="en-IE" sz="3600" b="1" i="1" dirty="0"/>
              <a:t>(Execution)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B7D5B73F-21AD-3A0B-09DF-443A8870625A}"/>
              </a:ext>
            </a:extLst>
          </p:cNvPr>
          <p:cNvSpPr/>
          <p:nvPr/>
        </p:nvSpPr>
        <p:spPr>
          <a:xfrm>
            <a:off x="12395200" y="11247120"/>
            <a:ext cx="5303520" cy="3962400"/>
          </a:xfrm>
          <a:prstGeom prst="roundRect">
            <a:avLst/>
          </a:prstGeom>
          <a:solidFill>
            <a:srgbClr val="6B5B95"/>
          </a:solidFill>
          <a:ln w="76200">
            <a:solidFill>
              <a:schemeClr val="tx1"/>
            </a:solidFill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8700000"/>
            </a:lightRig>
          </a:scene3d>
          <a:sp3d>
            <a:bevelT w="190500" h="381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i="1" dirty="0"/>
              <a:t>TaskTide Client</a:t>
            </a:r>
          </a:p>
          <a:p>
            <a:pPr algn="ctr"/>
            <a:r>
              <a:rPr lang="en-IE" sz="4000" b="1" i="1" dirty="0"/>
              <a:t>&amp;</a:t>
            </a:r>
          </a:p>
          <a:p>
            <a:pPr algn="ctr"/>
            <a:r>
              <a:rPr lang="en-IE" sz="4000" b="1" i="1" dirty="0"/>
              <a:t>TaskTide Engine</a:t>
            </a:r>
            <a:endParaRPr lang="en-IE" sz="3600" b="1" i="1" dirty="0"/>
          </a:p>
        </p:txBody>
      </p:sp>
      <p:sp>
        <p:nvSpPr>
          <p:cNvPr id="16" name="Arrow: Down 15">
            <a:extLst>
              <a:ext uri="{FF2B5EF4-FFF2-40B4-BE49-F238E27FC236}">
                <a16:creationId xmlns:a16="http://schemas.microsoft.com/office/drawing/2014/main" id="{9E8F5C0A-A32A-C17F-9A9A-2B3977313AA9}"/>
              </a:ext>
            </a:extLst>
          </p:cNvPr>
          <p:cNvSpPr/>
          <p:nvPr/>
        </p:nvSpPr>
        <p:spPr>
          <a:xfrm>
            <a:off x="2275840" y="7926252"/>
            <a:ext cx="1178560" cy="389128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7" name="Arrow: Down 16">
            <a:extLst>
              <a:ext uri="{FF2B5EF4-FFF2-40B4-BE49-F238E27FC236}">
                <a16:creationId xmlns:a16="http://schemas.microsoft.com/office/drawing/2014/main" id="{627699BF-8C58-A803-0A60-513BDDC3A7C0}"/>
              </a:ext>
            </a:extLst>
          </p:cNvPr>
          <p:cNvSpPr/>
          <p:nvPr/>
        </p:nvSpPr>
        <p:spPr>
          <a:xfrm>
            <a:off x="8300720" y="791609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8" name="Arrow: Down 17">
            <a:extLst>
              <a:ext uri="{FF2B5EF4-FFF2-40B4-BE49-F238E27FC236}">
                <a16:creationId xmlns:a16="http://schemas.microsoft.com/office/drawing/2014/main" id="{588DFD7E-825B-38AA-50A1-48C819D883EB}"/>
              </a:ext>
            </a:extLst>
          </p:cNvPr>
          <p:cNvSpPr/>
          <p:nvPr/>
        </p:nvSpPr>
        <p:spPr>
          <a:xfrm>
            <a:off x="14406880" y="7926251"/>
            <a:ext cx="1178560" cy="3901440"/>
          </a:xfrm>
          <a:prstGeom prst="downArrow">
            <a:avLst/>
          </a:prstGeom>
          <a:solidFill>
            <a:srgbClr val="4A6FA5"/>
          </a:solidFill>
          <a:ln w="57150">
            <a:solidFill>
              <a:schemeClr val="tx1"/>
            </a:solidFill>
          </a:ln>
          <a:scene3d>
            <a:camera prst="orthographicFront"/>
            <a:lightRig rig="threePt" dir="t"/>
          </a:scene3d>
          <a:sp3d>
            <a:bevelT w="152400" h="50800" prst="softRound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134047009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5BF49BD9-B379-F6AE-5540-EB2CBA3B445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281753465"/>
              </p:ext>
            </p:extLst>
          </p:nvPr>
        </p:nvGraphicFramePr>
        <p:xfrm>
          <a:off x="-2229392" y="3993735"/>
          <a:ext cx="9834878" cy="923458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3A4A4E1F-EF89-55FB-2621-5159F4CECD25}"/>
              </a:ext>
            </a:extLst>
          </p:cNvPr>
          <p:cNvCxnSpPr/>
          <p:nvPr/>
        </p:nvCxnSpPr>
        <p:spPr>
          <a:xfrm>
            <a:off x="5418182" y="2743200"/>
            <a:ext cx="0" cy="11988800"/>
          </a:xfrm>
          <a:prstGeom prst="line">
            <a:avLst/>
          </a:prstGeom>
          <a:ln w="762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Cylinder 5">
            <a:extLst>
              <a:ext uri="{FF2B5EF4-FFF2-40B4-BE49-F238E27FC236}">
                <a16:creationId xmlns:a16="http://schemas.microsoft.com/office/drawing/2014/main" id="{A947FBCF-D905-0831-86F1-AD448E1C4D75}"/>
              </a:ext>
            </a:extLst>
          </p:cNvPr>
          <p:cNvSpPr/>
          <p:nvPr/>
        </p:nvSpPr>
        <p:spPr>
          <a:xfrm>
            <a:off x="10459727" y="1402081"/>
            <a:ext cx="2153905" cy="2022695"/>
          </a:xfrm>
          <a:prstGeom prst="can">
            <a:avLst/>
          </a:prstGeom>
          <a:ln w="38100">
            <a:solidFill>
              <a:schemeClr val="tx1"/>
            </a:solidFill>
          </a:ln>
          <a:effectLst>
            <a:outerShdw blurRad="50800" dist="38100" algn="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TaskTide</a:t>
            </a:r>
          </a:p>
          <a:p>
            <a:pPr algn="ctr"/>
            <a:r>
              <a:rPr lang="en-IE" sz="2800" b="1" dirty="0"/>
              <a:t>Repository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3CEBE93-DE8F-36D6-D818-053F81620ED2}"/>
              </a:ext>
            </a:extLst>
          </p:cNvPr>
          <p:cNvSpPr/>
          <p:nvPr/>
        </p:nvSpPr>
        <p:spPr>
          <a:xfrm>
            <a:off x="5689602" y="4606002"/>
            <a:ext cx="12115789" cy="10781636"/>
          </a:xfrm>
          <a:prstGeom prst="roundRect">
            <a:avLst/>
          </a:prstGeom>
          <a:solidFill>
            <a:schemeClr val="bg1"/>
          </a:solidFill>
          <a:ln w="38100">
            <a:solidFill>
              <a:schemeClr val="tx1">
                <a:lumMod val="65000"/>
                <a:lumOff val="3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613119DE-8929-C472-8586-3BF55CA1FBAD}"/>
              </a:ext>
            </a:extLst>
          </p:cNvPr>
          <p:cNvCxnSpPr>
            <a:cxnSpLocks/>
          </p:cNvCxnSpPr>
          <p:nvPr/>
        </p:nvCxnSpPr>
        <p:spPr>
          <a:xfrm>
            <a:off x="11380185" y="3558775"/>
            <a:ext cx="0" cy="968362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780AF89-8AE7-83F1-4A98-E375BFCB6C49}"/>
              </a:ext>
            </a:extLst>
          </p:cNvPr>
          <p:cNvCxnSpPr>
            <a:cxnSpLocks/>
          </p:cNvCxnSpPr>
          <p:nvPr/>
        </p:nvCxnSpPr>
        <p:spPr>
          <a:xfrm flipH="1" flipV="1">
            <a:off x="11668760" y="3500120"/>
            <a:ext cx="1" cy="954107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ED762018-D3F6-7019-E52D-DF61061EB125}"/>
              </a:ext>
            </a:extLst>
          </p:cNvPr>
          <p:cNvCxnSpPr/>
          <p:nvPr/>
        </p:nvCxnSpPr>
        <p:spPr>
          <a:xfrm>
            <a:off x="7987186" y="7889090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Arrow Connector 45">
            <a:extLst>
              <a:ext uri="{FF2B5EF4-FFF2-40B4-BE49-F238E27FC236}">
                <a16:creationId xmlns:a16="http://schemas.microsoft.com/office/drawing/2014/main" id="{9E6D65AD-E43D-3543-0704-6A46F703DC9E}"/>
              </a:ext>
            </a:extLst>
          </p:cNvPr>
          <p:cNvCxnSpPr/>
          <p:nvPr/>
        </p:nvCxnSpPr>
        <p:spPr>
          <a:xfrm>
            <a:off x="8012586" y="11170383"/>
            <a:ext cx="0" cy="1036320"/>
          </a:xfrm>
          <a:prstGeom prst="straightConnector1">
            <a:avLst/>
          </a:prstGeom>
          <a:ln w="76200">
            <a:solidFill>
              <a:schemeClr val="accent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7" name="Rectangle: Rounded Corners 56">
            <a:extLst>
              <a:ext uri="{FF2B5EF4-FFF2-40B4-BE49-F238E27FC236}">
                <a16:creationId xmlns:a16="http://schemas.microsoft.com/office/drawing/2014/main" id="{69D4E3FF-3CD6-FEDB-3705-A60718BE9CD1}"/>
              </a:ext>
            </a:extLst>
          </p:cNvPr>
          <p:cNvSpPr/>
          <p:nvPr/>
        </p:nvSpPr>
        <p:spPr>
          <a:xfrm>
            <a:off x="6456196" y="5836920"/>
            <a:ext cx="3152458" cy="1852676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Receives      Tasks</a:t>
            </a:r>
          </a:p>
        </p:txBody>
      </p:sp>
      <p:sp>
        <p:nvSpPr>
          <p:cNvPr id="58" name="Rectangle: Rounded Corners 57">
            <a:extLst>
              <a:ext uri="{FF2B5EF4-FFF2-40B4-BE49-F238E27FC236}">
                <a16:creationId xmlns:a16="http://schemas.microsoft.com/office/drawing/2014/main" id="{8DCAD642-DF61-F4FE-C83B-F5BF13F3DB36}"/>
              </a:ext>
            </a:extLst>
          </p:cNvPr>
          <p:cNvSpPr/>
          <p:nvPr/>
        </p:nvSpPr>
        <p:spPr>
          <a:xfrm>
            <a:off x="6466357" y="9057640"/>
            <a:ext cx="3152458" cy="1852676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Processor distributes over threads</a:t>
            </a: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77A340E3-8AD4-6C9B-AF8B-868695C80E00}"/>
              </a:ext>
            </a:extLst>
          </p:cNvPr>
          <p:cNvSpPr/>
          <p:nvPr/>
        </p:nvSpPr>
        <p:spPr>
          <a:xfrm>
            <a:off x="6466357" y="12319000"/>
            <a:ext cx="3152458" cy="1852676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Executor spawns OS process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A510191-D70B-0A09-14B7-C12B6C844E8F}"/>
              </a:ext>
            </a:extLst>
          </p:cNvPr>
          <p:cNvSpPr txBox="1"/>
          <p:nvPr/>
        </p:nvSpPr>
        <p:spPr>
          <a:xfrm>
            <a:off x="386080" y="812800"/>
            <a:ext cx="1703594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6000" b="1" dirty="0"/>
              <a:t>a)												b) 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E31B009-805C-03C3-6EF6-2F23BD1282E0}"/>
              </a:ext>
            </a:extLst>
          </p:cNvPr>
          <p:cNvSpPr txBox="1"/>
          <p:nvPr/>
        </p:nvSpPr>
        <p:spPr>
          <a:xfrm>
            <a:off x="7401771" y="4155461"/>
            <a:ext cx="296061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Engine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A83F73D-D09F-B45C-DA3C-EF859F32AFF6}"/>
              </a:ext>
            </a:extLst>
          </p:cNvPr>
          <p:cNvSpPr txBox="1"/>
          <p:nvPr/>
        </p:nvSpPr>
        <p:spPr>
          <a:xfrm>
            <a:off x="11763251" y="3766479"/>
            <a:ext cx="2546293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dirty="0">
                <a:solidFill>
                  <a:schemeClr val="accent5">
                    <a:lumMod val="75000"/>
                  </a:schemeClr>
                </a:solidFill>
              </a:rPr>
              <a:t>Task Updates</a:t>
            </a: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85A324E4-797D-C81C-D94D-9A1161D8568F}"/>
              </a:ext>
            </a:extLst>
          </p:cNvPr>
          <p:cNvSpPr/>
          <p:nvPr/>
        </p:nvSpPr>
        <p:spPr>
          <a:xfrm>
            <a:off x="11968168" y="8367208"/>
            <a:ext cx="2543966" cy="1222090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Event Subscription</a:t>
            </a:r>
          </a:p>
        </p:txBody>
      </p:sp>
      <p:sp>
        <p:nvSpPr>
          <p:cNvPr id="18" name="Rectangle: Rounded Corners 17">
            <a:extLst>
              <a:ext uri="{FF2B5EF4-FFF2-40B4-BE49-F238E27FC236}">
                <a16:creationId xmlns:a16="http://schemas.microsoft.com/office/drawing/2014/main" id="{42060813-E48E-35FE-9699-20F5CFE266C0}"/>
              </a:ext>
            </a:extLst>
          </p:cNvPr>
          <p:cNvSpPr/>
          <p:nvPr/>
        </p:nvSpPr>
        <p:spPr>
          <a:xfrm>
            <a:off x="14852657" y="8367208"/>
            <a:ext cx="2543966" cy="1222090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Commit Task Updates</a:t>
            </a:r>
          </a:p>
        </p:txBody>
      </p:sp>
      <p:sp>
        <p:nvSpPr>
          <p:cNvPr id="19" name="Rectangle: Rounded Corners 18">
            <a:extLst>
              <a:ext uri="{FF2B5EF4-FFF2-40B4-BE49-F238E27FC236}">
                <a16:creationId xmlns:a16="http://schemas.microsoft.com/office/drawing/2014/main" id="{3414C8E5-F857-D9DC-2E6E-E2A94A962D91}"/>
              </a:ext>
            </a:extLst>
          </p:cNvPr>
          <p:cNvSpPr/>
          <p:nvPr/>
        </p:nvSpPr>
        <p:spPr>
          <a:xfrm>
            <a:off x="13456373" y="10040385"/>
            <a:ext cx="2543966" cy="1222090"/>
          </a:xfrm>
          <a:prstGeom prst="roundRect">
            <a:avLst/>
          </a:prstGeom>
          <a:gradFill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</a:gradFill>
          <a:ln w="38100">
            <a:solidFill>
              <a:schemeClr val="tx1"/>
            </a:solidFill>
          </a:ln>
          <a:effectLst>
            <a:outerShdw blurRad="190500" dist="228600" dir="2700000" algn="ctr">
              <a:srgbClr val="000000">
                <a:alpha val="30000"/>
              </a:srgbClr>
            </a:outerShdw>
          </a:effectLst>
          <a:scene3d>
            <a:camera prst="orthographicFront">
              <a:rot lat="0" lon="0" rev="0"/>
            </a:camera>
            <a:lightRig rig="glow" dir="t">
              <a:rot lat="0" lon="0" rev="4800000"/>
            </a:lightRig>
          </a:scene3d>
          <a:sp3d prstMaterial="matte">
            <a:bevelT w="127000" h="63500"/>
          </a:sp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2800" b="1" dirty="0"/>
              <a:t>Process Registry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C1FD7A45-07A6-2A0A-0A15-386687226289}"/>
              </a:ext>
            </a:extLst>
          </p:cNvPr>
          <p:cNvSpPr/>
          <p:nvPr/>
        </p:nvSpPr>
        <p:spPr>
          <a:xfrm>
            <a:off x="11744960" y="7963917"/>
            <a:ext cx="5872474" cy="3643883"/>
          </a:xfrm>
          <a:prstGeom prst="roundRect">
            <a:avLst/>
          </a:prstGeom>
          <a:noFill/>
          <a:ln w="381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DCD5EB-E56D-7692-3FCD-FB91F1955FC4}"/>
              </a:ext>
            </a:extLst>
          </p:cNvPr>
          <p:cNvSpPr txBox="1"/>
          <p:nvPr/>
        </p:nvSpPr>
        <p:spPr>
          <a:xfrm>
            <a:off x="12623800" y="7528430"/>
            <a:ext cx="452119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Observer Chain</a:t>
            </a:r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62314848-3CAF-6E78-7D60-BEA85E354477}"/>
              </a:ext>
            </a:extLst>
          </p:cNvPr>
          <p:cNvSpPr/>
          <p:nvPr/>
        </p:nvSpPr>
        <p:spPr>
          <a:xfrm>
            <a:off x="6112479" y="5562600"/>
            <a:ext cx="3835958" cy="9042400"/>
          </a:xfrm>
          <a:prstGeom prst="round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E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79C2CD7-F3A6-A2A4-D43D-69A67E73918A}"/>
              </a:ext>
            </a:extLst>
          </p:cNvPr>
          <p:cNvSpPr txBox="1"/>
          <p:nvPr/>
        </p:nvSpPr>
        <p:spPr>
          <a:xfrm>
            <a:off x="6937492" y="14622217"/>
            <a:ext cx="336005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800" b="1" i="1" dirty="0"/>
              <a:t>TaskTide Processor</a:t>
            </a: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1B90DD8D-EC71-89A9-DA38-FE6DCDD8BED5}"/>
              </a:ext>
            </a:extLst>
          </p:cNvPr>
          <p:cNvCxnSpPr>
            <a:cxnSpLocks/>
          </p:cNvCxnSpPr>
          <p:nvPr/>
        </p:nvCxnSpPr>
        <p:spPr>
          <a:xfrm flipH="1">
            <a:off x="9975465" y="9735585"/>
            <a:ext cx="1693295" cy="0"/>
          </a:xfrm>
          <a:prstGeom prst="straightConnector1">
            <a:avLst/>
          </a:prstGeom>
          <a:ln w="76200"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>
            <a:extLst>
              <a:ext uri="{FF2B5EF4-FFF2-40B4-BE49-F238E27FC236}">
                <a16:creationId xmlns:a16="http://schemas.microsoft.com/office/drawing/2014/main" id="{90D5D47F-B164-01B3-7D34-6665223CAF89}"/>
              </a:ext>
            </a:extLst>
          </p:cNvPr>
          <p:cNvSpPr txBox="1"/>
          <p:nvPr/>
        </p:nvSpPr>
        <p:spPr>
          <a:xfrm>
            <a:off x="10208639" y="9338994"/>
            <a:ext cx="149520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E" sz="2400" b="1" dirty="0">
                <a:solidFill>
                  <a:schemeClr val="accent5">
                    <a:lumMod val="75000"/>
                  </a:schemeClr>
                </a:solidFill>
              </a:rPr>
              <a:t>Validates</a:t>
            </a:r>
          </a:p>
        </p:txBody>
      </p:sp>
    </p:spTree>
    <p:extLst>
      <p:ext uri="{BB962C8B-B14F-4D97-AF65-F5344CB8AC3E}">
        <p14:creationId xmlns:p14="http://schemas.microsoft.com/office/powerpoint/2010/main" val="673205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B7025FF1-2EE4-12D9-7F37-8AD7AD0490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7545" y="628847"/>
            <a:ext cx="15525572" cy="1489831"/>
          </a:xfrm>
        </p:spPr>
        <p:txBody>
          <a:bodyPr>
            <a:normAutofit fontScale="90000"/>
          </a:bodyPr>
          <a:lstStyle/>
          <a:p>
            <a:pPr algn="ctr"/>
            <a:r>
              <a:rPr lang="en-IE" b="1" dirty="0"/>
              <a:t>High Level Development Approach</a:t>
            </a:r>
          </a:p>
        </p:txBody>
      </p:sp>
      <p:graphicFrame>
        <p:nvGraphicFramePr>
          <p:cNvPr id="5" name="Diagram 4">
            <a:extLst>
              <a:ext uri="{FF2B5EF4-FFF2-40B4-BE49-F238E27FC236}">
                <a16:creationId xmlns:a16="http://schemas.microsoft.com/office/drawing/2014/main" id="{4D9ACF76-073C-44F3-C456-69DA6124BA89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521909535"/>
              </p:ext>
            </p:extLst>
          </p:nvPr>
        </p:nvGraphicFramePr>
        <p:xfrm>
          <a:off x="612536" y="2748599"/>
          <a:ext cx="16775589" cy="1257848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  <p:extLst>
      <p:ext uri="{BB962C8B-B14F-4D97-AF65-F5344CB8AC3E}">
        <p14:creationId xmlns:p14="http://schemas.microsoft.com/office/powerpoint/2010/main" val="81358613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3CE86-7161-A9BD-45FD-6F22304D5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4D49C95C-FB72-FA1E-BEA8-0066A49008F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A0D5D681-EC19-52DB-E992-0E57F0AEFD3A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C9B222C9-BBBA-0888-EF26-AA904B46F6C6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0088A710-20B0-2142-B5AA-A176FCC79125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C175F32A-56DF-9F7C-9A94-1E7802433A90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BB1892BD-1701-A0BD-82BF-2DE970D0462F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96FC22DE-6644-4604-5F43-438B9F4B6E59}"/>
              </a:ext>
            </a:extLst>
          </p:cNvPr>
          <p:cNvSpPr/>
          <p:nvPr/>
        </p:nvSpPr>
        <p:spPr>
          <a:xfrm>
            <a:off x="286030" y="1229009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D8992BE9-744B-1CD2-6A96-DB2DD3646F8C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8CC51A4A-40B6-E63F-1196-E1FC3D71AF33}"/>
              </a:ext>
            </a:extLst>
          </p:cNvPr>
          <p:cNvSpPr/>
          <p:nvPr/>
        </p:nvSpPr>
        <p:spPr>
          <a:xfrm>
            <a:off x="5446221" y="11627081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pic>
        <p:nvPicPr>
          <p:cNvPr id="16" name="Picture 15" descr="A logo of a white tooth with a red ball and bow and arrow&#10;&#10;AI-generated content may be incorrect.">
            <a:extLst>
              <a:ext uri="{FF2B5EF4-FFF2-40B4-BE49-F238E27FC236}">
                <a16:creationId xmlns:a16="http://schemas.microsoft.com/office/drawing/2014/main" id="{E1FE6B74-6CAE-A5DB-C447-6DF730DC76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5575" y="13910704"/>
            <a:ext cx="2990162" cy="1880368"/>
          </a:xfrm>
          <a:prstGeom prst="rect">
            <a:avLst/>
          </a:prstGeom>
        </p:spPr>
      </p:pic>
      <p:grpSp>
        <p:nvGrpSpPr>
          <p:cNvPr id="42" name="Group 41">
            <a:extLst>
              <a:ext uri="{FF2B5EF4-FFF2-40B4-BE49-F238E27FC236}">
                <a16:creationId xmlns:a16="http://schemas.microsoft.com/office/drawing/2014/main" id="{64A8C982-B01F-7D8D-B23D-07252774B370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D166C88F-651A-24E5-32CC-193FBA75BD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51A207A8-6E9F-F4A9-834A-7B02AE075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69F910E2-88BD-CE09-B520-B2E23EE50AB1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43D0CB47-95C9-9287-B513-23AE7CF501B2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3503602-132C-5126-AC48-8B5C00F51FA5}"/>
              </a:ext>
            </a:extLst>
          </p:cNvPr>
          <p:cNvCxnSpPr>
            <a:cxnSpLocks/>
          </p:cNvCxnSpPr>
          <p:nvPr/>
        </p:nvCxnSpPr>
        <p:spPr>
          <a:xfrm>
            <a:off x="7371381" y="10251179"/>
            <a:ext cx="0" cy="1310589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27D1C97E-F6A7-6691-F346-63827B0E733B}"/>
              </a:ext>
            </a:extLst>
          </p:cNvPr>
          <p:cNvCxnSpPr>
            <a:cxnSpLocks/>
          </p:cNvCxnSpPr>
          <p:nvPr/>
        </p:nvCxnSpPr>
        <p:spPr>
          <a:xfrm>
            <a:off x="2891186" y="13142367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5027E634-66C4-03B1-4E47-DE591C9A779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48609721-8B1B-69B1-984D-5BB20FDBBDEE}"/>
              </a:ext>
            </a:extLst>
          </p:cNvPr>
          <p:cNvSpPr/>
          <p:nvPr/>
        </p:nvSpPr>
        <p:spPr>
          <a:xfrm>
            <a:off x="11503719" y="608453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1291F7EB-C9AA-46EE-6925-A606E5C11666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8B86FAB3-9839-C40F-481E-72C28CB9B5B7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93C3476F-BECE-5A31-EBB9-99B1E6D1940C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6D5BD79C-6023-5DD8-A46C-0D202E17ADC3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B0AF4BAB-8A23-C95C-6BC3-FB64F87E4C32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4076E49-55B1-A2B0-BEFA-D6A05A2329E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9B5D0FB4-8766-54ED-E1E9-22B3DD32B981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AEBCAA57-D7A6-1D1B-285B-726ADA57EB72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0F58DA43-F38B-0B4A-C3B4-BB4B0A4E9EE2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AF4A330A-7534-79EC-F357-B91BEED4D649}"/>
              </a:ext>
            </a:extLst>
          </p:cNvPr>
          <p:cNvCxnSpPr>
            <a:cxnSpLocks/>
          </p:cNvCxnSpPr>
          <p:nvPr/>
        </p:nvCxnSpPr>
        <p:spPr>
          <a:xfrm>
            <a:off x="10758389" y="6525697"/>
            <a:ext cx="636475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5DEC262-1AE3-204D-EB04-7473F4578BE5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933104" cy="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732FD0A3-1DCF-0EEE-3198-2E002B0C1CF2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ABBF4229-DE4C-521E-83D4-B150C1247918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C0456FA-F655-8574-5ED7-E37812288102}"/>
              </a:ext>
            </a:extLst>
          </p:cNvPr>
          <p:cNvCxnSpPr>
            <a:cxnSpLocks/>
          </p:cNvCxnSpPr>
          <p:nvPr/>
        </p:nvCxnSpPr>
        <p:spPr>
          <a:xfrm flipH="1">
            <a:off x="4277936" y="10251179"/>
            <a:ext cx="194" cy="197360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CD1BE198-26FE-5274-F102-FE3EBDC0655C}"/>
              </a:ext>
            </a:extLst>
          </p:cNvPr>
          <p:cNvCxnSpPr>
            <a:cxnSpLocks/>
          </p:cNvCxnSpPr>
          <p:nvPr/>
        </p:nvCxnSpPr>
        <p:spPr>
          <a:xfrm>
            <a:off x="8886407" y="10218743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DD7FEEE1-2571-A927-F403-D3F4FACDFA4F}"/>
              </a:ext>
            </a:extLst>
          </p:cNvPr>
          <p:cNvCxnSpPr>
            <a:cxnSpLocks/>
          </p:cNvCxnSpPr>
          <p:nvPr/>
        </p:nvCxnSpPr>
        <p:spPr>
          <a:xfrm>
            <a:off x="7390042" y="12487622"/>
            <a:ext cx="0" cy="1093607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pic>
        <p:nvPicPr>
          <p:cNvPr id="6" name="Picture 5" descr="A close-up of a logo&#10;&#10;AI-generated content may be incorrect.">
            <a:extLst>
              <a:ext uri="{FF2B5EF4-FFF2-40B4-BE49-F238E27FC236}">
                <a16:creationId xmlns:a16="http://schemas.microsoft.com/office/drawing/2014/main" id="{06C3043E-52E1-11EF-906B-59D487C0724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37175" y="13766431"/>
            <a:ext cx="2876550" cy="15906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581664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logo with waves and text&#10;&#10;AI-generated content may be incorrect.">
            <a:extLst>
              <a:ext uri="{FF2B5EF4-FFF2-40B4-BE49-F238E27FC236}">
                <a16:creationId xmlns:a16="http://schemas.microsoft.com/office/drawing/2014/main" id="{B7C66763-4707-DC3A-EEC9-C73E278DD29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10306" y="94762"/>
            <a:ext cx="5368986" cy="4774210"/>
          </a:xfrm>
          <a:prstGeom prst="rect">
            <a:avLst/>
          </a:prstGeom>
        </p:spPr>
      </p:pic>
      <p:sp>
        <p:nvSpPr>
          <p:cNvPr id="7" name="Flowchart: Alternate Process 6">
            <a:extLst>
              <a:ext uri="{FF2B5EF4-FFF2-40B4-BE49-F238E27FC236}">
                <a16:creationId xmlns:a16="http://schemas.microsoft.com/office/drawing/2014/main" id="{6D46A4F6-A6E6-EEDD-9DAA-C85003898CD6}"/>
              </a:ext>
            </a:extLst>
          </p:cNvPr>
          <p:cNvSpPr/>
          <p:nvPr/>
        </p:nvSpPr>
        <p:spPr>
          <a:xfrm>
            <a:off x="3853559" y="4166756"/>
            <a:ext cx="5147728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600" b="1" dirty="0"/>
              <a:t>TaskTide Client</a:t>
            </a:r>
          </a:p>
        </p:txBody>
      </p:sp>
      <p:sp>
        <p:nvSpPr>
          <p:cNvPr id="8" name="Flowchart: Alternate Process 7">
            <a:extLst>
              <a:ext uri="{FF2B5EF4-FFF2-40B4-BE49-F238E27FC236}">
                <a16:creationId xmlns:a16="http://schemas.microsoft.com/office/drawing/2014/main" id="{483EFC43-8D08-EDDA-C48D-B19EF8145547}"/>
              </a:ext>
            </a:extLst>
          </p:cNvPr>
          <p:cNvSpPr/>
          <p:nvPr/>
        </p:nvSpPr>
        <p:spPr>
          <a:xfrm>
            <a:off x="1156998" y="5941277"/>
            <a:ext cx="380688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ManagerClient</a:t>
            </a:r>
            <a:endParaRPr lang="en-IE" sz="3600" b="1" dirty="0"/>
          </a:p>
        </p:txBody>
      </p:sp>
      <p:sp>
        <p:nvSpPr>
          <p:cNvPr id="9" name="Flowchart: Alternate Process 8">
            <a:extLst>
              <a:ext uri="{FF2B5EF4-FFF2-40B4-BE49-F238E27FC236}">
                <a16:creationId xmlns:a16="http://schemas.microsoft.com/office/drawing/2014/main" id="{BF743EF5-BB08-F701-6DF6-8EA8AAB63398}"/>
              </a:ext>
            </a:extLst>
          </p:cNvPr>
          <p:cNvSpPr/>
          <p:nvPr/>
        </p:nvSpPr>
        <p:spPr>
          <a:xfrm>
            <a:off x="7274334" y="5951364"/>
            <a:ext cx="3454567" cy="1034688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EngineClient</a:t>
            </a:r>
          </a:p>
        </p:txBody>
      </p:sp>
      <p:sp>
        <p:nvSpPr>
          <p:cNvPr id="10" name="Flowchart: Alternate Process 9">
            <a:extLst>
              <a:ext uri="{FF2B5EF4-FFF2-40B4-BE49-F238E27FC236}">
                <a16:creationId xmlns:a16="http://schemas.microsoft.com/office/drawing/2014/main" id="{A60E3390-6BDF-75B0-676A-C81444615F2C}"/>
              </a:ext>
            </a:extLst>
          </p:cNvPr>
          <p:cNvSpPr/>
          <p:nvPr/>
        </p:nvSpPr>
        <p:spPr>
          <a:xfrm>
            <a:off x="3579677" y="7662741"/>
            <a:ext cx="5421603" cy="104049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TaskTideService</a:t>
            </a:r>
          </a:p>
        </p:txBody>
      </p:sp>
      <p:sp>
        <p:nvSpPr>
          <p:cNvPr id="11" name="Flowchart: Alternate Process 10">
            <a:extLst>
              <a:ext uri="{FF2B5EF4-FFF2-40B4-BE49-F238E27FC236}">
                <a16:creationId xmlns:a16="http://schemas.microsoft.com/office/drawing/2014/main" id="{761A1A9A-FBA2-221A-ED5A-8397CBBF7091}"/>
              </a:ext>
            </a:extLst>
          </p:cNvPr>
          <p:cNvSpPr/>
          <p:nvPr/>
        </p:nvSpPr>
        <p:spPr>
          <a:xfrm>
            <a:off x="3760249" y="9393848"/>
            <a:ext cx="5147734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TaskTideRepository</a:t>
            </a:r>
          </a:p>
        </p:txBody>
      </p:sp>
      <p:sp>
        <p:nvSpPr>
          <p:cNvPr id="12" name="Flowchart: Alternate Process 11">
            <a:extLst>
              <a:ext uri="{FF2B5EF4-FFF2-40B4-BE49-F238E27FC236}">
                <a16:creationId xmlns:a16="http://schemas.microsoft.com/office/drawing/2014/main" id="{6CF3679C-A42B-BB1A-89A6-3779A8CAC4B0}"/>
              </a:ext>
            </a:extLst>
          </p:cNvPr>
          <p:cNvSpPr/>
          <p:nvPr/>
        </p:nvSpPr>
        <p:spPr>
          <a:xfrm>
            <a:off x="286030" y="11692933"/>
            <a:ext cx="496445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TemplateRepository</a:t>
            </a:r>
            <a:endParaRPr lang="en-IE" sz="3200" b="1" dirty="0"/>
          </a:p>
        </p:txBody>
      </p:sp>
      <p:sp>
        <p:nvSpPr>
          <p:cNvPr id="13" name="Flowchart: Alternate Process 12">
            <a:extLst>
              <a:ext uri="{FF2B5EF4-FFF2-40B4-BE49-F238E27FC236}">
                <a16:creationId xmlns:a16="http://schemas.microsoft.com/office/drawing/2014/main" id="{A9DF68DD-9327-AAF2-6D6A-40C7FF82282B}"/>
              </a:ext>
            </a:extLst>
          </p:cNvPr>
          <p:cNvSpPr/>
          <p:nvPr/>
        </p:nvSpPr>
        <p:spPr>
          <a:xfrm>
            <a:off x="9595925" y="12251155"/>
            <a:ext cx="5147731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ItemStoreRepository</a:t>
            </a:r>
          </a:p>
        </p:txBody>
      </p:sp>
      <p:sp>
        <p:nvSpPr>
          <p:cNvPr id="14" name="Flowchart: Alternate Process 13">
            <a:extLst>
              <a:ext uri="{FF2B5EF4-FFF2-40B4-BE49-F238E27FC236}">
                <a16:creationId xmlns:a16="http://schemas.microsoft.com/office/drawing/2014/main" id="{70F9B6C0-7A11-5126-A2F9-62210095E61E}"/>
              </a:ext>
            </a:extLst>
          </p:cNvPr>
          <p:cNvSpPr/>
          <p:nvPr/>
        </p:nvSpPr>
        <p:spPr>
          <a:xfrm>
            <a:off x="5464882" y="10936618"/>
            <a:ext cx="4010563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JpaRepository</a:t>
            </a:r>
          </a:p>
        </p:txBody>
      </p:sp>
      <p:grpSp>
        <p:nvGrpSpPr>
          <p:cNvPr id="42" name="Group 41">
            <a:extLst>
              <a:ext uri="{FF2B5EF4-FFF2-40B4-BE49-F238E27FC236}">
                <a16:creationId xmlns:a16="http://schemas.microsoft.com/office/drawing/2014/main" id="{CA40A20D-07AA-3C29-B525-8F054EB395CE}"/>
              </a:ext>
            </a:extLst>
          </p:cNvPr>
          <p:cNvGrpSpPr/>
          <p:nvPr/>
        </p:nvGrpSpPr>
        <p:grpSpPr>
          <a:xfrm>
            <a:off x="10419762" y="13755141"/>
            <a:ext cx="4323877" cy="2162882"/>
            <a:chOff x="7840081" y="11304872"/>
            <a:chExt cx="3773478" cy="1545522"/>
          </a:xfrm>
        </p:grpSpPr>
        <p:pic>
          <p:nvPicPr>
            <p:cNvPr id="18" name="Picture 17" descr="A logo with a feather&#10;&#10;AI-generated content may be incorrect.">
              <a:extLst>
                <a:ext uri="{FF2B5EF4-FFF2-40B4-BE49-F238E27FC236}">
                  <a16:creationId xmlns:a16="http://schemas.microsoft.com/office/drawing/2014/main" id="{A0EBE8F0-852C-9D44-C282-192E0193021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840081" y="11304872"/>
              <a:ext cx="1552575" cy="733425"/>
            </a:xfrm>
            <a:prstGeom prst="rect">
              <a:avLst/>
            </a:prstGeom>
          </p:spPr>
        </p:pic>
        <p:pic>
          <p:nvPicPr>
            <p:cNvPr id="22" name="Picture 21" descr="A yellow leopard jumping in a folder&#10;&#10;AI-generated content may be incorrect.">
              <a:extLst>
                <a:ext uri="{FF2B5EF4-FFF2-40B4-BE49-F238E27FC236}">
                  <a16:creationId xmlns:a16="http://schemas.microsoft.com/office/drawing/2014/main" id="{E6A01908-3616-64D6-439C-842D10A4FB1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79476" y="11933352"/>
              <a:ext cx="1834083" cy="917042"/>
            </a:xfrm>
            <a:prstGeom prst="rect">
              <a:avLst/>
            </a:prstGeom>
          </p:spPr>
        </p:pic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87161502-6450-2C74-3220-821B827C17C8}"/>
                </a:ext>
              </a:extLst>
            </p:cNvPr>
            <p:cNvCxnSpPr/>
            <p:nvPr/>
          </p:nvCxnSpPr>
          <p:spPr>
            <a:xfrm flipH="1">
              <a:off x="8817871" y="11325318"/>
              <a:ext cx="1765738" cy="1525076"/>
            </a:xfrm>
            <a:prstGeom prst="line">
              <a:avLst/>
            </a:prstGeom>
            <a:ln w="381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7A954414-47EC-2512-D52F-172903F25B80}"/>
              </a:ext>
            </a:extLst>
          </p:cNvPr>
          <p:cNvCxnSpPr>
            <a:cxnSpLocks/>
          </p:cNvCxnSpPr>
          <p:nvPr/>
        </p:nvCxnSpPr>
        <p:spPr>
          <a:xfrm>
            <a:off x="4277935" y="5024762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0B7E84AA-4EFD-742C-FCF6-2A230C4ECCBB}"/>
              </a:ext>
            </a:extLst>
          </p:cNvPr>
          <p:cNvCxnSpPr>
            <a:cxnSpLocks/>
          </p:cNvCxnSpPr>
          <p:nvPr/>
        </p:nvCxnSpPr>
        <p:spPr>
          <a:xfrm>
            <a:off x="7461574" y="10340988"/>
            <a:ext cx="0" cy="5511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19E524B-4AAF-85A1-2D4B-FCC8F7BBC7CD}"/>
              </a:ext>
            </a:extLst>
          </p:cNvPr>
          <p:cNvCxnSpPr>
            <a:cxnSpLocks/>
          </p:cNvCxnSpPr>
          <p:nvPr/>
        </p:nvCxnSpPr>
        <p:spPr>
          <a:xfrm>
            <a:off x="12097033" y="13136759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48" name="Flowchart: Alternate Process 47">
            <a:extLst>
              <a:ext uri="{FF2B5EF4-FFF2-40B4-BE49-F238E27FC236}">
                <a16:creationId xmlns:a16="http://schemas.microsoft.com/office/drawing/2014/main" id="{8E134E11-C649-29A8-88F0-663EA7E359EC}"/>
              </a:ext>
            </a:extLst>
          </p:cNvPr>
          <p:cNvSpPr/>
          <p:nvPr/>
        </p:nvSpPr>
        <p:spPr>
          <a:xfrm>
            <a:off x="11278285" y="6056525"/>
            <a:ext cx="3904789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TaskTideEngine</a:t>
            </a:r>
          </a:p>
        </p:txBody>
      </p:sp>
      <p:cxnSp>
        <p:nvCxnSpPr>
          <p:cNvPr id="49" name="Straight Arrow Connector 48">
            <a:extLst>
              <a:ext uri="{FF2B5EF4-FFF2-40B4-BE49-F238E27FC236}">
                <a16:creationId xmlns:a16="http://schemas.microsoft.com/office/drawing/2014/main" id="{8D7A76D2-A199-24BC-3649-24E384805F0D}"/>
              </a:ext>
            </a:extLst>
          </p:cNvPr>
          <p:cNvCxnSpPr>
            <a:cxnSpLocks/>
          </p:cNvCxnSpPr>
          <p:nvPr/>
        </p:nvCxnSpPr>
        <p:spPr>
          <a:xfrm rot="16200000">
            <a:off x="9212164" y="9619808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sp>
        <p:nvSpPr>
          <p:cNvPr id="50" name="Flowchart: Alternate Process 49">
            <a:extLst>
              <a:ext uri="{FF2B5EF4-FFF2-40B4-BE49-F238E27FC236}">
                <a16:creationId xmlns:a16="http://schemas.microsoft.com/office/drawing/2014/main" id="{B8214C4E-DB36-C2ED-34D2-EDA3242C2D92}"/>
              </a:ext>
            </a:extLst>
          </p:cNvPr>
          <p:cNvSpPr/>
          <p:nvPr/>
        </p:nvSpPr>
        <p:spPr>
          <a:xfrm>
            <a:off x="9508504" y="9420124"/>
            <a:ext cx="3904789" cy="860826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4000" b="1" dirty="0"/>
              <a:t>TaskTideModel</a:t>
            </a:r>
          </a:p>
        </p:txBody>
      </p:sp>
      <p:sp>
        <p:nvSpPr>
          <p:cNvPr id="51" name="Flowchart: Alternate Process 50">
            <a:extLst>
              <a:ext uri="{FF2B5EF4-FFF2-40B4-BE49-F238E27FC236}">
                <a16:creationId xmlns:a16="http://schemas.microsoft.com/office/drawing/2014/main" id="{8AB1BA33-846B-71CB-C4E6-E037EFA3C024}"/>
              </a:ext>
            </a:extLst>
          </p:cNvPr>
          <p:cNvSpPr/>
          <p:nvPr/>
        </p:nvSpPr>
        <p:spPr>
          <a:xfrm>
            <a:off x="14534290" y="837901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Workflow</a:t>
            </a:r>
          </a:p>
        </p:txBody>
      </p:sp>
      <p:sp>
        <p:nvSpPr>
          <p:cNvPr id="52" name="Flowchart: Alternate Process 51">
            <a:extLst>
              <a:ext uri="{FF2B5EF4-FFF2-40B4-BE49-F238E27FC236}">
                <a16:creationId xmlns:a16="http://schemas.microsoft.com/office/drawing/2014/main" id="{5C067697-A9CE-7092-38B5-DE6CF63938F7}"/>
              </a:ext>
            </a:extLst>
          </p:cNvPr>
          <p:cNvSpPr/>
          <p:nvPr/>
        </p:nvSpPr>
        <p:spPr>
          <a:xfrm>
            <a:off x="14532171" y="9469825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Step</a:t>
            </a:r>
          </a:p>
        </p:txBody>
      </p:sp>
      <p:sp>
        <p:nvSpPr>
          <p:cNvPr id="53" name="Flowchart: Alternate Process 52">
            <a:extLst>
              <a:ext uri="{FF2B5EF4-FFF2-40B4-BE49-F238E27FC236}">
                <a16:creationId xmlns:a16="http://schemas.microsoft.com/office/drawing/2014/main" id="{CBAA4AFC-3354-A870-0D27-6D1FA8EB9501}"/>
              </a:ext>
            </a:extLst>
          </p:cNvPr>
          <p:cNvSpPr/>
          <p:nvPr/>
        </p:nvSpPr>
        <p:spPr>
          <a:xfrm>
            <a:off x="14519301" y="10539442"/>
            <a:ext cx="3121717" cy="846667"/>
          </a:xfrm>
          <a:prstGeom prst="flowChartAlternateProcess">
            <a:avLst/>
          </a:prstGeom>
          <a:gradFill flip="none" rotWithShape="1">
            <a:gsLst>
              <a:gs pos="0">
                <a:schemeClr val="accent1">
                  <a:shade val="30000"/>
                  <a:satMod val="115000"/>
                </a:schemeClr>
              </a:gs>
              <a:gs pos="50000">
                <a:schemeClr val="accent1">
                  <a:shade val="67500"/>
                  <a:satMod val="115000"/>
                </a:schemeClr>
              </a:gs>
              <a:gs pos="100000">
                <a:schemeClr val="accent1">
                  <a:shade val="100000"/>
                  <a:satMod val="115000"/>
                </a:schemeClr>
              </a:gs>
            </a:gsLst>
            <a:lin ang="5400000" scaled="1"/>
            <a:tileRect/>
          </a:gradFill>
          <a:ln w="571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IE" sz="3200" b="1" dirty="0"/>
              <a:t>WorkItem</a:t>
            </a:r>
          </a:p>
        </p:txBody>
      </p: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8DCEE48F-962D-A3C4-8DC4-E8DDC6842978}"/>
              </a:ext>
            </a:extLst>
          </p:cNvPr>
          <p:cNvCxnSpPr>
            <a:cxnSpLocks/>
          </p:cNvCxnSpPr>
          <p:nvPr/>
        </p:nvCxnSpPr>
        <p:spPr>
          <a:xfrm>
            <a:off x="8359074" y="5041854"/>
            <a:ext cx="0" cy="90951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0811605E-2E77-4721-BB6A-D96BCA1BBA30}"/>
              </a:ext>
            </a:extLst>
          </p:cNvPr>
          <p:cNvCxnSpPr>
            <a:cxnSpLocks/>
          </p:cNvCxnSpPr>
          <p:nvPr/>
        </p:nvCxnSpPr>
        <p:spPr>
          <a:xfrm>
            <a:off x="4277935" y="6981843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069DBF85-D0D1-E9E2-C786-B27C86649C59}"/>
              </a:ext>
            </a:extLst>
          </p:cNvPr>
          <p:cNvCxnSpPr>
            <a:cxnSpLocks/>
          </p:cNvCxnSpPr>
          <p:nvPr/>
        </p:nvCxnSpPr>
        <p:spPr>
          <a:xfrm>
            <a:off x="8405177" y="702227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6DFB149C-0D70-4CAD-66D8-E7D9869E7E35}"/>
              </a:ext>
            </a:extLst>
          </p:cNvPr>
          <p:cNvCxnSpPr>
            <a:cxnSpLocks/>
          </p:cNvCxnSpPr>
          <p:nvPr/>
        </p:nvCxnSpPr>
        <p:spPr>
          <a:xfrm>
            <a:off x="6240474" y="8739227"/>
            <a:ext cx="0" cy="662236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68585F70-3D6B-A57D-56B6-98A008D06323}"/>
              </a:ext>
            </a:extLst>
          </p:cNvPr>
          <p:cNvCxnSpPr>
            <a:cxnSpLocks/>
          </p:cNvCxnSpPr>
          <p:nvPr/>
        </p:nvCxnSpPr>
        <p:spPr>
          <a:xfrm rot="16200000">
            <a:off x="11053222" y="6238672"/>
            <a:ext cx="0" cy="51803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D5D7C695-DFC6-67D0-DD12-31F6A0348BA4}"/>
              </a:ext>
            </a:extLst>
          </p:cNvPr>
          <p:cNvCxnSpPr>
            <a:cxnSpLocks/>
          </p:cNvCxnSpPr>
          <p:nvPr/>
        </p:nvCxnSpPr>
        <p:spPr>
          <a:xfrm>
            <a:off x="13492023" y="9897480"/>
            <a:ext cx="1064600" cy="14338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E5F967A5-B59E-7B7D-5E64-512341FD7AD1}"/>
              </a:ext>
            </a:extLst>
          </p:cNvPr>
          <p:cNvCxnSpPr>
            <a:cxnSpLocks/>
          </p:cNvCxnSpPr>
          <p:nvPr/>
        </p:nvCxnSpPr>
        <p:spPr>
          <a:xfrm flipV="1">
            <a:off x="13412176" y="8938728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C5069E0D-C152-2D33-9149-D8FB64B0BEE0}"/>
              </a:ext>
            </a:extLst>
          </p:cNvPr>
          <p:cNvCxnSpPr>
            <a:cxnSpLocks/>
          </p:cNvCxnSpPr>
          <p:nvPr/>
        </p:nvCxnSpPr>
        <p:spPr>
          <a:xfrm rot="5400000" flipV="1">
            <a:off x="13452610" y="9930882"/>
            <a:ext cx="1012951" cy="984185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AD83134F-275B-B0ED-A2DA-C0BE6509A268}"/>
              </a:ext>
            </a:extLst>
          </p:cNvPr>
          <p:cNvCxnSpPr>
            <a:cxnSpLocks/>
          </p:cNvCxnSpPr>
          <p:nvPr/>
        </p:nvCxnSpPr>
        <p:spPr>
          <a:xfrm>
            <a:off x="4278129" y="10316492"/>
            <a:ext cx="0" cy="1422461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7110645D-7449-3CAF-2FB2-5789C07DA1BC}"/>
              </a:ext>
            </a:extLst>
          </p:cNvPr>
          <p:cNvCxnSpPr>
            <a:cxnSpLocks/>
            <a:endCxn id="13" idx="0"/>
          </p:cNvCxnSpPr>
          <p:nvPr/>
        </p:nvCxnSpPr>
        <p:spPr>
          <a:xfrm>
            <a:off x="8908178" y="10240514"/>
            <a:ext cx="3261614" cy="2010640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cxnSp>
        <p:nvCxnSpPr>
          <p:cNvPr id="2" name="Straight Arrow Connector 1">
            <a:extLst>
              <a:ext uri="{FF2B5EF4-FFF2-40B4-BE49-F238E27FC236}">
                <a16:creationId xmlns:a16="http://schemas.microsoft.com/office/drawing/2014/main" id="{B63FC61A-B064-0C71-D47B-6087923E9AA1}"/>
              </a:ext>
            </a:extLst>
          </p:cNvPr>
          <p:cNvCxnSpPr>
            <a:cxnSpLocks/>
          </p:cNvCxnSpPr>
          <p:nvPr/>
        </p:nvCxnSpPr>
        <p:spPr>
          <a:xfrm>
            <a:off x="7446025" y="11818336"/>
            <a:ext cx="0" cy="91213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1788FC1-D1D9-FCA0-8AA7-E335A3FB44E0}"/>
              </a:ext>
            </a:extLst>
          </p:cNvPr>
          <p:cNvGrpSpPr/>
          <p:nvPr/>
        </p:nvGrpSpPr>
        <p:grpSpPr>
          <a:xfrm>
            <a:off x="5759896" y="12730471"/>
            <a:ext cx="3317123" cy="2907635"/>
            <a:chOff x="5722573" y="12674487"/>
            <a:chExt cx="3317123" cy="2907635"/>
          </a:xfrm>
        </p:grpSpPr>
        <p:pic>
          <p:nvPicPr>
            <p:cNvPr id="4" name="Picture 3" descr="A blue circle with white text and a dolphin&#10;&#10;AI-generated content may be incorrect.">
              <a:extLst>
                <a:ext uri="{FF2B5EF4-FFF2-40B4-BE49-F238E27FC236}">
                  <a16:creationId xmlns:a16="http://schemas.microsoft.com/office/drawing/2014/main" id="{4317112C-5E93-13F6-DEEF-8EAA6FDD088F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722573" y="12674487"/>
              <a:ext cx="1409700" cy="1409700"/>
            </a:xfrm>
            <a:prstGeom prst="rect">
              <a:avLst/>
            </a:prstGeom>
          </p:spPr>
        </p:pic>
        <p:pic>
          <p:nvPicPr>
            <p:cNvPr id="15" name="Picture 14" descr="A logo for a company&#10;&#10;AI-generated content may be incorrect.">
              <a:extLst>
                <a:ext uri="{FF2B5EF4-FFF2-40B4-BE49-F238E27FC236}">
                  <a16:creationId xmlns:a16="http://schemas.microsoft.com/office/drawing/2014/main" id="{B03A0ABC-098B-C812-3DA4-0300D71075D1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647452" y="14381372"/>
              <a:ext cx="1590182" cy="1200750"/>
            </a:xfrm>
            <a:prstGeom prst="rect">
              <a:avLst/>
            </a:prstGeom>
          </p:spPr>
        </p:pic>
        <p:pic>
          <p:nvPicPr>
            <p:cNvPr id="19" name="Picture 18" descr="A blue elephant logo with white text&#10;&#10;AI-generated content may be incorrect.">
              <a:extLst>
                <a:ext uri="{FF2B5EF4-FFF2-40B4-BE49-F238E27FC236}">
                  <a16:creationId xmlns:a16="http://schemas.microsoft.com/office/drawing/2014/main" id="{33994AF6-0DEF-2EBD-E76A-01617A7F53A2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688502" y="12732993"/>
              <a:ext cx="1351194" cy="1351194"/>
            </a:xfrm>
            <a:prstGeom prst="rect">
              <a:avLst/>
            </a:prstGeom>
          </p:spPr>
        </p:pic>
      </p:grpSp>
      <p:pic>
        <p:nvPicPr>
          <p:cNvPr id="25" name="Picture 24" descr="A group of logos on a white background&#10;&#10;AI-generated content may be incorrect.">
            <a:extLst>
              <a:ext uri="{FF2B5EF4-FFF2-40B4-BE49-F238E27FC236}">
                <a16:creationId xmlns:a16="http://schemas.microsoft.com/office/drawing/2014/main" id="{ABB203D0-3D97-1EDE-DC6D-B67CAA1D37D9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6030" y="13097822"/>
            <a:ext cx="5116008" cy="3108274"/>
          </a:xfrm>
          <a:prstGeom prst="rect">
            <a:avLst/>
          </a:prstGeom>
        </p:spPr>
      </p:pic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9DC3E09-C608-48EF-34B8-A8C2CC14E4C6}"/>
              </a:ext>
            </a:extLst>
          </p:cNvPr>
          <p:cNvCxnSpPr>
            <a:cxnSpLocks/>
          </p:cNvCxnSpPr>
          <p:nvPr/>
        </p:nvCxnSpPr>
        <p:spPr>
          <a:xfrm>
            <a:off x="2499300" y="12726732"/>
            <a:ext cx="0" cy="550214"/>
          </a:xfrm>
          <a:prstGeom prst="straightConnector1">
            <a:avLst/>
          </a:prstGeom>
          <a:ln w="76200">
            <a:tailEnd type="triangle"/>
          </a:ln>
        </p:spPr>
        <p:style>
          <a:lnRef idx="3">
            <a:schemeClr val="accent6"/>
          </a:lnRef>
          <a:fillRef idx="0">
            <a:schemeClr val="accent6"/>
          </a:fillRef>
          <a:effectRef idx="2">
            <a:schemeClr val="accent6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1252259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1155</TotalTime>
  <Words>242</Words>
  <Application>Microsoft Office PowerPoint</Application>
  <PresentationFormat>Custom</PresentationFormat>
  <Paragraphs>95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TaskTide Workflow Engine</vt:lpstr>
      <vt:lpstr>High-Level Layered Architecture</vt:lpstr>
      <vt:lpstr>PowerPoint Presentation</vt:lpstr>
      <vt:lpstr>Mapping of TaskTide Components to Pilot Job Model</vt:lpstr>
      <vt:lpstr>PowerPoint Presentation</vt:lpstr>
      <vt:lpstr>High Level Development Approach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Brendan Kenna</dc:creator>
  <cp:lastModifiedBy>Brendan Kenna</cp:lastModifiedBy>
  <cp:revision>117</cp:revision>
  <dcterms:created xsi:type="dcterms:W3CDTF">2025-07-22T15:08:42Z</dcterms:created>
  <dcterms:modified xsi:type="dcterms:W3CDTF">2025-11-14T13:02:06Z</dcterms:modified>
</cp:coreProperties>
</file>