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>
        <p:scale>
          <a:sx n="30" d="100"/>
          <a:sy n="30" d="100"/>
        </p:scale>
        <p:origin x="1397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13/02/2026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7900" y="928256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5689601" y="7520075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12011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183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30306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06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90500" y="4509414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4953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Receives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Processor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424026" y="7528430"/>
                <a:ext cx="452119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Processor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627178"/>
              </p:ext>
            </p:extLst>
          </p:nvPr>
        </p:nvGraphicFramePr>
        <p:xfrm>
          <a:off x="152400" y="2057400"/>
          <a:ext cx="29935487" cy="193167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30099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-289708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8"/>
              <a:ext cx="7710947" cy="499728"/>
              <a:chOff x="914400" y="4442816"/>
              <a:chExt cx="9048750" cy="624453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65187"/>
                <a:chOff x="914400" y="4442816"/>
                <a:chExt cx="9048750" cy="665187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245921"/>
            <a:ext cx="27203400" cy="59149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23622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0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06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46714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14229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8601493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4341483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4341483" y="11380296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90500" y="14259699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2460403" y="15157971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6817442" y="13461075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3452834" y="17263362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51826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92227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5473375" y="1648433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3930380" y="6989372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07899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1437520" y="11395572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7538017" y="9978543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7535464" y="11534187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7519960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0099010" y="5851701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5182644" y="8404930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0154548" y="8408624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75468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2980057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6314572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6264281" y="10862386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601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5182644" y="12612329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0709456" y="12484793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92040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3040001" y="15581708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8917456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196956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5920018" y="13737743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5917464" y="15293387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5901960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4646281" y="14554012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4665036" y="15854447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46893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1867700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7196587" y="450941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6246264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0942744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3730</TotalTime>
  <Words>638</Words>
  <Application>Microsoft Office PowerPoint</Application>
  <PresentationFormat>Custom</PresentationFormat>
  <Paragraphs>203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286</cp:revision>
  <dcterms:created xsi:type="dcterms:W3CDTF">2025-07-22T15:08:42Z</dcterms:created>
  <dcterms:modified xsi:type="dcterms:W3CDTF">2026-02-13T12:22:39Z</dcterms:modified>
</cp:coreProperties>
</file>