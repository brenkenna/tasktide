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0" r:id="rId3"/>
    <p:sldId id="261" r:id="rId4"/>
    <p:sldId id="258" r:id="rId5"/>
    <p:sldId id="256" r:id="rId6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6FA5"/>
    <a:srgbClr val="6B5B95"/>
    <a:srgbClr val="4A4E69"/>
    <a:srgbClr val="B56576"/>
    <a:srgbClr val="2A2A72"/>
    <a:srgbClr val="3B3B98"/>
    <a:srgbClr val="800020"/>
    <a:srgbClr val="006400"/>
    <a:srgbClr val="4B0082"/>
    <a:srgbClr val="8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7" d="100"/>
          <a:sy n="47" d="100"/>
        </p:scale>
        <p:origin x="21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6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600" b="1" dirty="0"/>
            <a:t>Locked</a:t>
          </a:r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600" b="1" dirty="0"/>
            <a:t>Done / 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/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/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/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2968998" y="0"/>
          <a:ext cx="3679265" cy="3679824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3782237" y="1328528"/>
          <a:ext cx="2044496" cy="1022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 err="1"/>
            <a:t>ToDo</a:t>
          </a:r>
          <a:endParaRPr lang="en-IE" sz="3600" b="1" kern="1200" dirty="0"/>
        </a:p>
      </dsp:txBody>
      <dsp:txXfrm>
        <a:off x="3782237" y="1328528"/>
        <a:ext cx="2044496" cy="1022003"/>
      </dsp:txXfrm>
    </dsp:sp>
    <dsp:sp modelId="{668DC389-6720-4236-8011-BFAB07D2AE6E}">
      <dsp:nvSpPr>
        <dsp:cNvPr id="0" name=""/>
        <dsp:cNvSpPr/>
      </dsp:nvSpPr>
      <dsp:spPr>
        <a:xfrm>
          <a:off x="1947096" y="2114332"/>
          <a:ext cx="3679265" cy="3679824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2764480" y="3455091"/>
          <a:ext cx="2044496" cy="1022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Locked</a:t>
          </a:r>
        </a:p>
      </dsp:txBody>
      <dsp:txXfrm>
        <a:off x="2764480" y="3455091"/>
        <a:ext cx="2044496" cy="1022003"/>
      </dsp:txXfrm>
    </dsp:sp>
    <dsp:sp modelId="{19D1F821-3860-4F77-A074-BB6401E6326E}">
      <dsp:nvSpPr>
        <dsp:cNvPr id="0" name=""/>
        <dsp:cNvSpPr/>
      </dsp:nvSpPr>
      <dsp:spPr>
        <a:xfrm>
          <a:off x="3230865" y="4481681"/>
          <a:ext cx="3161058" cy="3162325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3787074" y="5584711"/>
          <a:ext cx="2044496" cy="10220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Done / Error</a:t>
          </a:r>
        </a:p>
      </dsp:txBody>
      <dsp:txXfrm>
        <a:off x="3787074" y="5584711"/>
        <a:ext cx="2044496" cy="10220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8A3C1-2870-92B1-5CC6-E638ED553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1C6F3C-673D-4567-143B-2DE6272FFD6C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 err="1">
                <a:solidFill>
                  <a:schemeClr val="bg1"/>
                </a:solidFill>
              </a:rPr>
              <a:t>TaskTide</a:t>
            </a:r>
            <a:r>
              <a:rPr lang="en-IE" sz="3200" b="1" i="1" dirty="0">
                <a:solidFill>
                  <a:schemeClr val="bg1"/>
                </a:solidFill>
              </a:rPr>
              <a:t>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15261D-C021-2C0A-C8D9-E644EBC71F8F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Kubernetes, Cloud)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1E6658-9A50-53B7-522A-B91C6DE4A836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</a:t>
            </a:r>
            <a:r>
              <a:rPr lang="en-IE" b="1" dirty="0" err="1"/>
              <a:t>TaskTide</a:t>
            </a:r>
            <a:r>
              <a:rPr lang="en-IE" b="1" dirty="0"/>
              <a:t>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 err="1"/>
              <a:t>TaskTide</a:t>
            </a:r>
            <a:r>
              <a:rPr lang="en-IE" sz="4000" b="1" i="1" dirty="0"/>
              <a:t>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 err="1"/>
              <a:t>TaskTide</a:t>
            </a:r>
            <a:r>
              <a:rPr lang="en-IE" sz="4000" b="1" i="1" dirty="0"/>
              <a:t>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 err="1"/>
              <a:t>TaskTide</a:t>
            </a:r>
            <a:r>
              <a:rPr lang="en-IE" sz="4000" b="1" i="1" dirty="0"/>
              <a:t>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 err="1"/>
              <a:t>TaskTide</a:t>
            </a:r>
            <a:r>
              <a:rPr lang="en-IE" sz="4000" b="1" i="1" dirty="0"/>
              <a:t>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24801"/>
            <a:ext cx="1178560" cy="389128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91464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4512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/>
        </p:nvGraphicFramePr>
        <p:xfrm>
          <a:off x="-1320800" y="4278215"/>
          <a:ext cx="8595360" cy="76440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831840" y="3169920"/>
            <a:ext cx="0" cy="11988800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911847" y="254000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 err="1"/>
              <a:t>TaskTide</a:t>
            </a:r>
            <a:endParaRPr lang="en-IE" sz="2800" b="1" dirty="0"/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6583687" y="5852161"/>
            <a:ext cx="11155674" cy="9384150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 flipH="1">
            <a:off x="9078905" y="4772895"/>
            <a:ext cx="2413040" cy="164822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2039600" y="4673600"/>
            <a:ext cx="2619852" cy="342661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ight Brace 24">
            <a:extLst>
              <a:ext uri="{FF2B5EF4-FFF2-40B4-BE49-F238E27FC236}">
                <a16:creationId xmlns:a16="http://schemas.microsoft.com/office/drawing/2014/main" id="{D824E922-C84C-7CA7-48D4-0D4C189A40F0}"/>
              </a:ext>
            </a:extLst>
          </p:cNvPr>
          <p:cNvSpPr/>
          <p:nvPr/>
        </p:nvSpPr>
        <p:spPr>
          <a:xfrm>
            <a:off x="10952480" y="7100986"/>
            <a:ext cx="1767841" cy="6797894"/>
          </a:xfrm>
          <a:prstGeom prst="rightBrace">
            <a:avLst/>
          </a:prstGeom>
          <a:ln w="38100">
            <a:solidFill>
              <a:srgbClr val="8B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8991600" y="8517637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9013346" y="11700606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BE23F6-3E62-EEA6-9EC5-A37AB8CCE7C9}"/>
              </a:ext>
            </a:extLst>
          </p:cNvPr>
          <p:cNvCxnSpPr>
            <a:cxnSpLocks/>
          </p:cNvCxnSpPr>
          <p:nvPr/>
        </p:nvCxnSpPr>
        <p:spPr>
          <a:xfrm flipH="1">
            <a:off x="13414054" y="10271270"/>
            <a:ext cx="1284683" cy="904731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1FBED5D-201B-FA8F-D00F-68E2D09F3003}"/>
              </a:ext>
            </a:extLst>
          </p:cNvPr>
          <p:cNvCxnSpPr>
            <a:cxnSpLocks/>
          </p:cNvCxnSpPr>
          <p:nvPr/>
        </p:nvCxnSpPr>
        <p:spPr>
          <a:xfrm>
            <a:off x="13358654" y="12717426"/>
            <a:ext cx="1340082" cy="1026324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A609447-70C2-50CB-DC4B-87DAD8A21A89}"/>
              </a:ext>
            </a:extLst>
          </p:cNvPr>
          <p:cNvCxnSpPr>
            <a:cxnSpLocks/>
          </p:cNvCxnSpPr>
          <p:nvPr/>
        </p:nvCxnSpPr>
        <p:spPr>
          <a:xfrm flipV="1">
            <a:off x="15039647" y="12731753"/>
            <a:ext cx="1282078" cy="978690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7492516" y="654304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Tasks Fetched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7502677" y="966216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7502677" y="12872720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E0071F6-BA5F-3FEC-E3DE-D2CC750CF257}"/>
              </a:ext>
            </a:extLst>
          </p:cNvPr>
          <p:cNvSpPr/>
          <p:nvPr/>
        </p:nvSpPr>
        <p:spPr>
          <a:xfrm>
            <a:off x="13159348" y="8274065"/>
            <a:ext cx="3152458" cy="1852676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Observer chain monitors &amp; validates processing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F64589-FDB2-FFA2-2E31-78535D5A4CBB}"/>
              </a:ext>
            </a:extLst>
          </p:cNvPr>
          <p:cNvSpPr/>
          <p:nvPr/>
        </p:nvSpPr>
        <p:spPr>
          <a:xfrm>
            <a:off x="12248432" y="11343102"/>
            <a:ext cx="2220444" cy="115824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onTaskStart</a:t>
            </a:r>
            <a:r>
              <a:rPr lang="en-IE" sz="2400" b="1" dirty="0"/>
              <a:t> subscription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0126D41A-8577-F29D-5055-C0DABEB861D7}"/>
              </a:ext>
            </a:extLst>
          </p:cNvPr>
          <p:cNvSpPr/>
          <p:nvPr/>
        </p:nvSpPr>
        <p:spPr>
          <a:xfrm>
            <a:off x="13414053" y="13872088"/>
            <a:ext cx="2897752" cy="115824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onTaskProcessing</a:t>
            </a:r>
            <a:r>
              <a:rPr lang="en-IE" sz="2400" b="1" dirty="0"/>
              <a:t> subscription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15A5339F-07AD-32CF-9AED-29D280649A1E}"/>
              </a:ext>
            </a:extLst>
          </p:cNvPr>
          <p:cNvSpPr/>
          <p:nvPr/>
        </p:nvSpPr>
        <p:spPr>
          <a:xfrm>
            <a:off x="15201583" y="11344147"/>
            <a:ext cx="2220444" cy="115824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onTaskEnd</a:t>
            </a:r>
            <a:r>
              <a:rPr lang="en-IE" sz="2400" b="1" dirty="0"/>
              <a:t> subscription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13701784" y="5368177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 err="1"/>
              <a:t>TaskTide</a:t>
            </a:r>
            <a:r>
              <a:rPr lang="en-IE" sz="2800" b="1" dirty="0"/>
              <a:t> Engine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D0EACC-283C-9CE1-7867-92E543D131B1}"/>
              </a:ext>
            </a:extLst>
          </p:cNvPr>
          <p:cNvSpPr txBox="1"/>
          <p:nvPr/>
        </p:nvSpPr>
        <p:spPr>
          <a:xfrm>
            <a:off x="13929706" y="6741324"/>
            <a:ext cx="2960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Commits task updates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2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198925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10973862" y="626668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316492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6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296</TotalTime>
  <Words>165</Words>
  <Application>Microsoft Office PowerPoint</Application>
  <PresentationFormat>Custom</PresentationFormat>
  <Paragraphs>66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High-Level Layered Architecture</vt:lpstr>
      <vt:lpstr>Mapping of TaskTide Components to Pilot Job Model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34</cp:revision>
  <dcterms:created xsi:type="dcterms:W3CDTF">2025-07-22T15:08:42Z</dcterms:created>
  <dcterms:modified xsi:type="dcterms:W3CDTF">2025-09-05T16:30:49Z</dcterms:modified>
</cp:coreProperties>
</file>