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7" r:id="rId4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1" d="100"/>
          <a:sy n="41" d="100"/>
        </p:scale>
        <p:origin x="149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31/07/2025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29" y="1169293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1" y="10936617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1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7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4" y="6056524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1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7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5" y="12730470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0" y="11627080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1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316491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198924" y="6084534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 rot="16200000">
            <a:off x="10973862" y="626668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7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574705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4" y="13766430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D351-2735-588B-CCA6-6FF65C1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12395F4A-78A8-D6CB-304A-EB36D8A9B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B47A01C-BF92-D4F9-C299-E602B9AD03E5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2EEBE0F-A807-0799-5D59-157F53E32BD6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4820E0C-3405-50C3-1C16-2F2AA705ECE4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5A18672E-7942-2C87-5620-816D141300DA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6A749E47-C7F2-2C26-8AE2-3BD7AB0E2FCB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1484628C-60EB-833B-3510-56C6DA551157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953F2972-17F0-FFBE-BB57-A29D4B21C7A7}"/>
              </a:ext>
            </a:extLst>
          </p:cNvPr>
          <p:cNvSpPr/>
          <p:nvPr/>
        </p:nvSpPr>
        <p:spPr>
          <a:xfrm>
            <a:off x="6255569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F0A5A4E5-D593-C99E-F3B1-89E7F595C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EDECA585-FC44-CF3D-B332-D88F38FA87C7}"/>
              </a:ext>
            </a:extLst>
          </p:cNvPr>
          <p:cNvGrpSpPr/>
          <p:nvPr/>
        </p:nvGrpSpPr>
        <p:grpSpPr>
          <a:xfrm>
            <a:off x="7079405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73ED8BD2-8114-BB94-52B3-978B91654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D4C9690A-CB0E-09F0-5BD8-E903A2782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6193B5F-2AF9-BED2-D349-7E195FE8D8DD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8DB21AB-F4F5-877A-E1B9-B0F290C0A171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2C6B56B-1F4A-30C9-6D05-F7B4E638C2C3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E60A84B-ECCC-0F1F-2BB5-663DAF91A082}"/>
              </a:ext>
            </a:extLst>
          </p:cNvPr>
          <p:cNvCxnSpPr>
            <a:cxnSpLocks/>
          </p:cNvCxnSpPr>
          <p:nvPr/>
        </p:nvCxnSpPr>
        <p:spPr>
          <a:xfrm>
            <a:off x="8756677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4D88B36-1BE4-5E8B-8CB3-06513938DBB4}"/>
              </a:ext>
            </a:extLst>
          </p:cNvPr>
          <p:cNvSpPr/>
          <p:nvPr/>
        </p:nvSpPr>
        <p:spPr>
          <a:xfrm>
            <a:off x="9470064" y="7774941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5F6A7A-DECF-2F48-A76E-E8D42AB8587A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96725A9D-428E-CA65-558C-B72732BBA34B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4B9674B-87A5-D593-DAE1-13524E275A56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F29C1BD2-4F3B-3E41-D6D5-11FB1F2A389D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43D35F45-3F51-59D0-3A17-737F22657C4C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71068D-9FD7-F08E-10CE-E97E29FC0FC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A9BA5B6-9996-E702-1DA7-1DE2FE6CD3B6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D9E725-63D6-EA03-BC3B-7432CD6E134C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1445351-83C6-0FE3-A025-08EA6E24F531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94BCEB8-3467-C73E-9052-CC17AE3D9308}"/>
              </a:ext>
            </a:extLst>
          </p:cNvPr>
          <p:cNvCxnSpPr>
            <a:cxnSpLocks/>
          </p:cNvCxnSpPr>
          <p:nvPr/>
        </p:nvCxnSpPr>
        <p:spPr>
          <a:xfrm rot="16200000">
            <a:off x="9245002" y="7957089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40E555A-70CC-F49F-AC83-0833ECB5F37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44993FC-42D5-F704-2866-ACECE8222134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5F57698-9C9C-056B-469C-168DB881B1F5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76948A2-1043-AC0F-353B-E0B14EDF6E6C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211C2D6-F3B0-EF2B-61F2-7A8FC5DF311A}"/>
              </a:ext>
            </a:extLst>
          </p:cNvPr>
          <p:cNvCxnSpPr>
            <a:cxnSpLocks/>
          </p:cNvCxnSpPr>
          <p:nvPr/>
        </p:nvCxnSpPr>
        <p:spPr>
          <a:xfrm flipH="1">
            <a:off x="8386512" y="10338264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1914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41</Words>
  <Application>Microsoft Office PowerPoint</Application>
  <PresentationFormat>Custom</PresentationFormat>
  <Paragraphs>38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21</cp:revision>
  <dcterms:created xsi:type="dcterms:W3CDTF">2025-07-22T15:08:42Z</dcterms:created>
  <dcterms:modified xsi:type="dcterms:W3CDTF">2025-07-31T15:30:23Z</dcterms:modified>
</cp:coreProperties>
</file>